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229" d="100"/>
          <a:sy n="229" d="100"/>
        </p:scale>
        <p:origin x="2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hao Viston Wang" userId="bb38f0bb24686ff5" providerId="LiveId" clId="{6B238CD4-3FE9-582E-A7AB-2A0F90EE9F12}"/>
    <pc:docChg chg="undo custSel addSld delSld modSld">
      <pc:chgData name="Zihao Viston Wang" userId="bb38f0bb24686ff5" providerId="LiveId" clId="{6B238CD4-3FE9-582E-A7AB-2A0F90EE9F12}" dt="2026-01-26T15:48:26.139" v="324" actId="2696"/>
      <pc:docMkLst>
        <pc:docMk/>
      </pc:docMkLst>
      <pc:sldChg chg="addSp delSp modSp mod">
        <pc:chgData name="Zihao Viston Wang" userId="bb38f0bb24686ff5" providerId="LiveId" clId="{6B238CD4-3FE9-582E-A7AB-2A0F90EE9F12}" dt="2026-01-26T14:43:33.930" v="323" actId="1035"/>
        <pc:sldMkLst>
          <pc:docMk/>
          <pc:sldMk cId="3110185412" sldId="256"/>
        </pc:sldMkLst>
        <pc:spChg chg="mod topLvl">
          <ac:chgData name="Zihao Viston Wang" userId="bb38f0bb24686ff5" providerId="LiveId" clId="{6B238CD4-3FE9-582E-A7AB-2A0F90EE9F12}" dt="2026-01-26T14:43:33.930" v="323" actId="1035"/>
          <ac:spMkLst>
            <pc:docMk/>
            <pc:sldMk cId="3110185412" sldId="256"/>
            <ac:spMk id="4" creationId="{83C976E9-E871-15A6-964E-F4B7B7EEC0AD}"/>
          </ac:spMkLst>
        </pc:spChg>
        <pc:spChg chg="mod topLvl">
          <ac:chgData name="Zihao Viston Wang" userId="bb38f0bb24686ff5" providerId="LiveId" clId="{6B238CD4-3FE9-582E-A7AB-2A0F90EE9F12}" dt="2026-01-26T14:42:45.739" v="292" actId="207"/>
          <ac:spMkLst>
            <pc:docMk/>
            <pc:sldMk cId="3110185412" sldId="256"/>
            <ac:spMk id="5" creationId="{07EFA768-474C-1D69-ABBB-1A18066AFD37}"/>
          </ac:spMkLst>
        </pc:spChg>
        <pc:spChg chg="mod topLvl">
          <ac:chgData name="Zihao Viston Wang" userId="bb38f0bb24686ff5" providerId="LiveId" clId="{6B238CD4-3FE9-582E-A7AB-2A0F90EE9F12}" dt="2026-01-26T14:43:33.930" v="323" actId="1035"/>
          <ac:spMkLst>
            <pc:docMk/>
            <pc:sldMk cId="3110185412" sldId="256"/>
            <ac:spMk id="7" creationId="{806BE3ED-8C62-A8F7-4ABD-4B54C1FED89D}"/>
          </ac:spMkLst>
        </pc:spChg>
        <pc:grpChg chg="add">
          <ac:chgData name="Zihao Viston Wang" userId="bb38f0bb24686ff5" providerId="LiveId" clId="{6B238CD4-3FE9-582E-A7AB-2A0F90EE9F12}" dt="2026-01-26T14:41:03.924" v="277" actId="164"/>
          <ac:grpSpMkLst>
            <pc:docMk/>
            <pc:sldMk cId="3110185412" sldId="256"/>
            <ac:grpSpMk id="2" creationId="{BE089064-5905-65C4-10C0-3B5DA1E5436B}"/>
          </ac:grpSpMkLst>
        </pc:grpChg>
        <pc:grpChg chg="del mod">
          <ac:chgData name="Zihao Viston Wang" userId="bb38f0bb24686ff5" providerId="LiveId" clId="{6B238CD4-3FE9-582E-A7AB-2A0F90EE9F12}" dt="2026-01-26T14:40:55.592" v="276" actId="165"/>
          <ac:grpSpMkLst>
            <pc:docMk/>
            <pc:sldMk cId="3110185412" sldId="256"/>
            <ac:grpSpMk id="3" creationId="{1A47D585-7C40-2604-E895-7AD0A1120EEC}"/>
          </ac:grpSpMkLst>
        </pc:grpChg>
      </pc:sldChg>
      <pc:sldChg chg="del">
        <pc:chgData name="Zihao Viston Wang" userId="bb38f0bb24686ff5" providerId="LiveId" clId="{6B238CD4-3FE9-582E-A7AB-2A0F90EE9F12}" dt="2026-01-26T15:48:26.139" v="324" actId="2696"/>
        <pc:sldMkLst>
          <pc:docMk/>
          <pc:sldMk cId="3746901599" sldId="257"/>
        </pc:sldMkLst>
      </pc:sldChg>
      <pc:sldChg chg="del">
        <pc:chgData name="Zihao Viston Wang" userId="bb38f0bb24686ff5" providerId="LiveId" clId="{6B238CD4-3FE9-582E-A7AB-2A0F90EE9F12}" dt="2026-01-26T15:48:26.139" v="324" actId="2696"/>
        <pc:sldMkLst>
          <pc:docMk/>
          <pc:sldMk cId="188954612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030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525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1639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53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2396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534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115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140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020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940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90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6FAFE-020E-6E49-8BB3-7A3C3A7092F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435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E089064-5905-65C4-10C0-3B5DA1E5436B}"/>
              </a:ext>
            </a:extLst>
          </p:cNvPr>
          <p:cNvGrpSpPr/>
          <p:nvPr/>
        </p:nvGrpSpPr>
        <p:grpSpPr>
          <a:xfrm>
            <a:off x="0" y="2433"/>
            <a:ext cx="3600450" cy="3600450"/>
            <a:chOff x="0" y="2433"/>
            <a:chExt cx="3600450" cy="360045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7EFA768-474C-1D69-ABBB-1A18066AFD37}"/>
                </a:ext>
              </a:extLst>
            </p:cNvPr>
            <p:cNvSpPr/>
            <p:nvPr/>
          </p:nvSpPr>
          <p:spPr>
            <a:xfrm>
              <a:off x="0" y="2433"/>
              <a:ext cx="3600450" cy="3600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kumimoji="1" lang="zh-CN" altLang="en-US" sz="4000" b="1" dirty="0">
                <a:solidFill>
                  <a:schemeClr val="bg1"/>
                </a:solidFill>
                <a:latin typeface="Toppan Bunkyu Midashi Gothic Ex" panose="020B0900000000000000" pitchFamily="34" charset="-128"/>
                <a:ea typeface="Toppan Bunkyu Midashi Gothic Ex" panose="020B0900000000000000" pitchFamily="34" charset="-128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3C976E9-E871-15A6-964E-F4B7B7EEC0AD}"/>
                </a:ext>
              </a:extLst>
            </p:cNvPr>
            <p:cNvSpPr txBox="1"/>
            <p:nvPr/>
          </p:nvSpPr>
          <p:spPr>
            <a:xfrm>
              <a:off x="221107" y="604138"/>
              <a:ext cx="3158237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ln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  <a:solidFill>
                    <a:schemeClr val="tx2">
                      <a:lumMod val="75000"/>
                      <a:lumOff val="25000"/>
                    </a:schemeClr>
                  </a:solidFill>
                  <a:latin typeface="Phosphate Solid" panose="02000506050000020004" pitchFamily="2" charset="0"/>
                  <a:ea typeface="Hei" pitchFamily="2" charset="-122"/>
                  <a:cs typeface="Phosphate Solid" panose="02000506050000020004" pitchFamily="2" charset="0"/>
                </a:rPr>
                <a:t>Stata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06BE3ED-8C62-A8F7-4ABD-4B54C1FED89D}"/>
                </a:ext>
              </a:extLst>
            </p:cNvPr>
            <p:cNvSpPr txBox="1"/>
            <p:nvPr/>
          </p:nvSpPr>
          <p:spPr>
            <a:xfrm>
              <a:off x="79705" y="1730170"/>
              <a:ext cx="344103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54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A</a:t>
              </a:r>
              <a:r>
                <a:rPr lang="en-US" altLang="zh-CN" sz="44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ll</a:t>
              </a:r>
              <a:r>
                <a:rPr lang="zh-CN" altLang="en-US" sz="54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 </a:t>
              </a:r>
              <a:r>
                <a:rPr lang="en-US" altLang="zh-CN" sz="44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in</a:t>
              </a:r>
              <a:r>
                <a:rPr lang="zh-CN" altLang="en-US" sz="54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 </a:t>
              </a:r>
              <a:r>
                <a:rPr lang="en-US" altLang="zh-CN" sz="54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O</a:t>
              </a:r>
              <a:r>
                <a:rPr lang="en-US" altLang="zh-CN" sz="44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ne</a:t>
              </a:r>
              <a:endParaRPr lang="zh-CN" altLang="en-US" sz="540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hosphate Inline" panose="02000506050000020004" pitchFamily="2" charset="0"/>
                <a:cs typeface="Phosphate Inline" panose="0200050605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0185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4</Words>
  <Application>Microsoft Macintosh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Toppan Bunkyu Midashi Gothic Ex</vt:lpstr>
      <vt:lpstr>Aptos</vt:lpstr>
      <vt:lpstr>Aptos Display</vt:lpstr>
      <vt:lpstr>Arial</vt:lpstr>
      <vt:lpstr>Phosphate Inline</vt:lpstr>
      <vt:lpstr>Phosphate Solid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Zihao Viston Wang</dc:creator>
  <cp:lastModifiedBy>Zihao Viston Wang</cp:lastModifiedBy>
  <cp:revision>2</cp:revision>
  <dcterms:created xsi:type="dcterms:W3CDTF">2025-12-25T09:08:11Z</dcterms:created>
  <dcterms:modified xsi:type="dcterms:W3CDTF">2026-01-26T15:48:27Z</dcterms:modified>
</cp:coreProperties>
</file>