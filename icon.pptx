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EF6FF-BC4D-0442-85B1-9E3AFB31F1F7}" v="8" dt="2025-12-25T12:46:56.6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90" d="100"/>
          <a:sy n="90" d="100"/>
        </p:scale>
        <p:origin x="4376" y="1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hao Viston Wang" userId="bb38f0bb24686ff5" providerId="LiveId" clId="{6B238CD4-3FE9-582E-A7AB-2A0F90EE9F12}"/>
    <pc:docChg chg="undo custSel addSld delSld modSld">
      <pc:chgData name="Zihao Viston Wang" userId="bb38f0bb24686ff5" providerId="LiveId" clId="{6B238CD4-3FE9-582E-A7AB-2A0F90EE9F12}" dt="2025-12-25T12:47:11.631" v="268" actId="164"/>
      <pc:docMkLst>
        <pc:docMk/>
      </pc:docMkLst>
      <pc:sldChg chg="addSp modSp add del mod">
        <pc:chgData name="Zihao Viston Wang" userId="bb38f0bb24686ff5" providerId="LiveId" clId="{6B238CD4-3FE9-582E-A7AB-2A0F90EE9F12}" dt="2025-12-25T12:47:11.631" v="268" actId="164"/>
        <pc:sldMkLst>
          <pc:docMk/>
          <pc:sldMk cId="3746901599" sldId="257"/>
        </pc:sldMkLst>
        <pc:spChg chg="mod">
          <ac:chgData name="Zihao Viston Wang" userId="bb38f0bb24686ff5" providerId="LiveId" clId="{6B238CD4-3FE9-582E-A7AB-2A0F90EE9F12}" dt="2025-12-25T12:44:29.494" v="245" actId="1036"/>
          <ac:spMkLst>
            <pc:docMk/>
            <pc:sldMk cId="3746901599" sldId="257"/>
            <ac:spMk id="4" creationId="{E2D2B60C-299D-BAB0-31EF-04C0A803EC0C}"/>
          </ac:spMkLst>
        </pc:spChg>
        <pc:spChg chg="mod">
          <ac:chgData name="Zihao Viston Wang" userId="bb38f0bb24686ff5" providerId="LiveId" clId="{6B238CD4-3FE9-582E-A7AB-2A0F90EE9F12}" dt="2025-12-25T12:46:56.640" v="267" actId="11530"/>
          <ac:spMkLst>
            <pc:docMk/>
            <pc:sldMk cId="3746901599" sldId="257"/>
            <ac:spMk id="5" creationId="{55A4266A-4F42-EF7B-8FEA-F4E21E00AEE3}"/>
          </ac:spMkLst>
        </pc:spChg>
        <pc:spChg chg="mod">
          <ac:chgData name="Zihao Viston Wang" userId="bb38f0bb24686ff5" providerId="LiveId" clId="{6B238CD4-3FE9-582E-A7AB-2A0F90EE9F12}" dt="2025-12-25T12:44:29.494" v="245" actId="1036"/>
          <ac:spMkLst>
            <pc:docMk/>
            <pc:sldMk cId="3746901599" sldId="257"/>
            <ac:spMk id="7" creationId="{916B42EF-2803-D566-1593-21114CBCA44C}"/>
          </ac:spMkLst>
        </pc:spChg>
        <pc:grpChg chg="add">
          <ac:chgData name="Zihao Viston Wang" userId="bb38f0bb24686ff5" providerId="LiveId" clId="{6B238CD4-3FE9-582E-A7AB-2A0F90EE9F12}" dt="2025-12-25T12:47:11.631" v="268" actId="164"/>
          <ac:grpSpMkLst>
            <pc:docMk/>
            <pc:sldMk cId="3746901599" sldId="257"/>
            <ac:grpSpMk id="2" creationId="{32EEAD8F-5E2D-3F4A-2FCA-1B04EE718294}"/>
          </ac:grpSpMkLst>
        </pc:grpChg>
        <pc:picChg chg="mod">
          <ac:chgData name="Zihao Viston Wang" userId="bb38f0bb24686ff5" providerId="LiveId" clId="{6B238CD4-3FE9-582E-A7AB-2A0F90EE9F12}" dt="2025-12-25T12:45:45.988" v="251"/>
          <ac:picMkLst>
            <pc:docMk/>
            <pc:sldMk cId="3746901599" sldId="257"/>
            <ac:picMk id="10" creationId="{BD54AE8D-291C-C2E6-B029-11528136178F}"/>
          </ac:picMkLst>
        </pc:picChg>
      </pc:sldChg>
      <pc:sldChg chg="delSp modSp add del mod">
        <pc:chgData name="Zihao Viston Wang" userId="bb38f0bb24686ff5" providerId="LiveId" clId="{6B238CD4-3FE9-582E-A7AB-2A0F90EE9F12}" dt="2025-12-25T12:46:43.808" v="264" actId="2696"/>
        <pc:sldMkLst>
          <pc:docMk/>
          <pc:sldMk cId="4262323741" sldId="258"/>
        </pc:sldMkLst>
        <pc:spChg chg="mod">
          <ac:chgData name="Zihao Viston Wang" userId="bb38f0bb24686ff5" providerId="LiveId" clId="{6B238CD4-3FE9-582E-A7AB-2A0F90EE9F12}" dt="2025-12-25T12:46:40.766" v="263" actId="1076"/>
          <ac:spMkLst>
            <pc:docMk/>
            <pc:sldMk cId="4262323741" sldId="258"/>
            <ac:spMk id="4" creationId="{2FE51289-EB0C-757B-19F9-23DA53BE55ED}"/>
          </ac:spMkLst>
        </pc:spChg>
        <pc:spChg chg="del">
          <ac:chgData name="Zihao Viston Wang" userId="bb38f0bb24686ff5" providerId="LiveId" clId="{6B238CD4-3FE9-582E-A7AB-2A0F90EE9F12}" dt="2025-12-25T12:46:30.720" v="258" actId="478"/>
          <ac:spMkLst>
            <pc:docMk/>
            <pc:sldMk cId="4262323741" sldId="258"/>
            <ac:spMk id="7" creationId="{4F42064C-5E72-035B-5D2C-A89C03E7905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40307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52534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1639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95369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423961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95343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21155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71402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0204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9406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4906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56FAFE-020E-6E49-8BB3-7A3C3A7092FE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43556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07EFA768-474C-1D69-ABBB-1A18066AFD37}"/>
              </a:ext>
            </a:extLst>
          </p:cNvPr>
          <p:cNvSpPr/>
          <p:nvPr/>
        </p:nvSpPr>
        <p:spPr>
          <a:xfrm>
            <a:off x="0" y="0"/>
            <a:ext cx="3600450" cy="3600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kumimoji="1" lang="zh-CN" altLang="en-US" sz="4000" b="1" dirty="0">
              <a:solidFill>
                <a:schemeClr val="bg1"/>
              </a:solidFill>
              <a:latin typeface="Toppan Bunkyu Midashi Gothic Ex" panose="020B0900000000000000" pitchFamily="34" charset="-128"/>
              <a:ea typeface="Toppan Bunkyu Midashi Gothic Ex" panose="020B0900000000000000" pitchFamily="34" charset="-128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3C976E9-E871-15A6-964E-F4B7B7EEC0AD}"/>
              </a:ext>
            </a:extLst>
          </p:cNvPr>
          <p:cNvSpPr txBox="1"/>
          <p:nvPr/>
        </p:nvSpPr>
        <p:spPr>
          <a:xfrm>
            <a:off x="144583" y="601708"/>
            <a:ext cx="3031599" cy="1241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40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* </a:t>
            </a:r>
            <a:r>
              <a:rPr kumimoji="1" lang="en-US" altLang="zh-CN" sz="40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#</a:t>
            </a:r>
            <a:r>
              <a:rPr kumimoji="1" lang="zh-CN" altLang="en-US" sz="40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 </a:t>
            </a:r>
            <a:r>
              <a:rPr kumimoji="1" lang="en-US" altLang="zh-CN" sz="6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Stata</a:t>
            </a:r>
            <a:endParaRPr kumimoji="1" lang="en-US" altLang="zh-CN" sz="5400" b="1" dirty="0">
              <a:solidFill>
                <a:schemeClr val="bg1"/>
              </a:solidFill>
              <a:latin typeface="Toppan Bunkyu Midashi Gothic Ex" panose="020B0900000000000000" pitchFamily="34" charset="-128"/>
              <a:ea typeface="Toppan Bunkyu Midashi Gothic Ex" panose="020B0900000000000000" pitchFamily="34" charset="-128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06BE3ED-8C62-A8F7-4ABD-4B54C1FED89D}"/>
              </a:ext>
            </a:extLst>
          </p:cNvPr>
          <p:cNvSpPr txBox="1"/>
          <p:nvPr/>
        </p:nvSpPr>
        <p:spPr>
          <a:xfrm>
            <a:off x="144584" y="1765528"/>
            <a:ext cx="3337596" cy="858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40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* </a:t>
            </a:r>
            <a:r>
              <a:rPr kumimoji="1" lang="en-US" altLang="zh-CN" sz="40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##</a:t>
            </a:r>
            <a:r>
              <a:rPr kumimoji="1" lang="zh-CN" altLang="en-US" sz="40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 </a:t>
            </a:r>
            <a:r>
              <a:rPr kumimoji="1" lang="en-US" altLang="zh-CN" sz="3800" b="1" dirty="0">
                <a:ln w="10160">
                  <a:solidFill>
                    <a:srgbClr val="00B0F0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Outline</a:t>
            </a:r>
            <a:endParaRPr kumimoji="1" lang="zh-CN" altLang="en-US" sz="3800" b="1" dirty="0">
              <a:ln w="10160">
                <a:solidFill>
                  <a:srgbClr val="00B0F0"/>
                </a:solidFill>
                <a:prstDash val="solid"/>
              </a:ln>
              <a:solidFill>
                <a:schemeClr val="bg1"/>
              </a:solidFill>
              <a:latin typeface="Toppan Bunkyu Midashi Gothic Ex" panose="020B0900000000000000" pitchFamily="34" charset="-128"/>
              <a:ea typeface="Toppan Bunkyu Midashi Gothic Ex" panose="020B0900000000000000" pitchFamily="34" charset="-128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920891B7-EB61-2134-742A-C27773161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3316" y="675839"/>
            <a:ext cx="635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185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B3135-67A5-3C9F-0821-DDE61BDCD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32EEAD8F-5E2D-3F4A-2FCA-1B04EE718294}"/>
              </a:ext>
            </a:extLst>
          </p:cNvPr>
          <p:cNvGrpSpPr/>
          <p:nvPr/>
        </p:nvGrpSpPr>
        <p:grpSpPr>
          <a:xfrm>
            <a:off x="0" y="0"/>
            <a:ext cx="3614385" cy="3600450"/>
            <a:chOff x="0" y="0"/>
            <a:chExt cx="3614385" cy="3600450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5A4266A-4F42-EF7B-8FEA-F4E21E00AEE3}"/>
                </a:ext>
              </a:extLst>
            </p:cNvPr>
            <p:cNvSpPr/>
            <p:nvPr/>
          </p:nvSpPr>
          <p:spPr>
            <a:xfrm>
              <a:off x="0" y="0"/>
              <a:ext cx="3600450" cy="3600450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endParaRPr kumimoji="1" lang="zh-CN" altLang="en-US" sz="54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E2D2B60C-299D-BAB0-31EF-04C0A803EC0C}"/>
                </a:ext>
              </a:extLst>
            </p:cNvPr>
            <p:cNvSpPr txBox="1"/>
            <p:nvPr/>
          </p:nvSpPr>
          <p:spPr>
            <a:xfrm>
              <a:off x="56763" y="281118"/>
              <a:ext cx="3313728" cy="16250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kumimoji="1" lang="zh-CN" altLang="en-US" sz="4000" b="1" dirty="0">
                  <a:solidFill>
                    <a:schemeClr val="bg1">
                      <a:lumMod val="75000"/>
                    </a:schemeClr>
                  </a:solidFill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**</a:t>
              </a:r>
              <a:r>
                <a:rPr kumimoji="1" lang="en-US" altLang="zh-CN" sz="4000" b="1" dirty="0">
                  <a:solidFill>
                    <a:schemeClr val="bg1">
                      <a:lumMod val="75000"/>
                    </a:schemeClr>
                  </a:solidFill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#</a:t>
              </a:r>
              <a:r>
                <a:rPr kumimoji="1" lang="zh-CN" altLang="en-US" sz="4000" b="1" dirty="0">
                  <a:solidFill>
                    <a:schemeClr val="bg1">
                      <a:lumMod val="75000"/>
                    </a:schemeClr>
                  </a:solidFill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 </a:t>
              </a:r>
              <a:r>
                <a:rPr kumimoji="1" lang="en-US" altLang="zh-CN" sz="8000" b="1" dirty="0">
                  <a:ln w="9525">
                    <a:solidFill>
                      <a:schemeClr val="bg1"/>
                    </a:solidFill>
                    <a:prstDash val="solid"/>
                  </a:ln>
                  <a:solidFill>
                    <a:schemeClr val="accent5"/>
                  </a:solidFill>
                  <a:effectLst>
                    <a:outerShdw blurRad="12700" dist="38100" dir="2700000" algn="tl" rotWithShape="0">
                      <a:schemeClr val="accent5">
                        <a:lumMod val="60000"/>
                        <a:lumOff val="40000"/>
                      </a:schemeClr>
                    </a:outerShdw>
                  </a:effectLst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S</a:t>
              </a:r>
              <a:r>
                <a:rPr kumimoji="1" lang="en-US" altLang="zh-CN" sz="6000" b="1" dirty="0">
                  <a:ln w="9525">
                    <a:solidFill>
                      <a:schemeClr val="bg1"/>
                    </a:solidFill>
                    <a:prstDash val="solid"/>
                  </a:ln>
                  <a:solidFill>
                    <a:schemeClr val="accent5"/>
                  </a:solidFill>
                  <a:effectLst>
                    <a:outerShdw blurRad="12700" dist="38100" dir="2700000" algn="tl" rotWithShape="0">
                      <a:schemeClr val="accent5">
                        <a:lumMod val="60000"/>
                        <a:lumOff val="40000"/>
                      </a:schemeClr>
                    </a:outerShdw>
                  </a:effectLst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tata</a:t>
              </a:r>
              <a:endParaRPr kumimoji="1" lang="en-US" altLang="zh-CN" sz="72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916B42EF-2803-D566-1593-21114CBCA44C}"/>
                </a:ext>
              </a:extLst>
            </p:cNvPr>
            <p:cNvSpPr txBox="1"/>
            <p:nvPr/>
          </p:nvSpPr>
          <p:spPr>
            <a:xfrm>
              <a:off x="56763" y="1595483"/>
              <a:ext cx="3557622" cy="11269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kumimoji="1" lang="zh-CN" altLang="en-US" sz="4000" b="1" dirty="0">
                  <a:solidFill>
                    <a:schemeClr val="bg1">
                      <a:lumMod val="75000"/>
                    </a:schemeClr>
                  </a:solidFill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**</a:t>
              </a:r>
              <a:r>
                <a:rPr kumimoji="1" lang="en-US" altLang="zh-CN" sz="4000" b="1" dirty="0">
                  <a:solidFill>
                    <a:schemeClr val="bg1">
                      <a:lumMod val="75000"/>
                    </a:schemeClr>
                  </a:solidFill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##</a:t>
              </a:r>
              <a:r>
                <a:rPr kumimoji="1" lang="zh-CN" altLang="en-US" sz="4000" b="1" dirty="0">
                  <a:solidFill>
                    <a:schemeClr val="bg1">
                      <a:lumMod val="75000"/>
                    </a:schemeClr>
                  </a:solidFill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 </a:t>
              </a:r>
              <a:r>
                <a:rPr kumimoji="1" lang="en-US" altLang="zh-CN" sz="5400" b="1" dirty="0">
                  <a:ln w="10160">
                    <a:solidFill>
                      <a:srgbClr val="00B0F0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O</a:t>
              </a:r>
              <a:r>
                <a:rPr kumimoji="1" lang="en-US" altLang="zh-CN" sz="4000" b="1" dirty="0">
                  <a:ln w="10160">
                    <a:solidFill>
                      <a:srgbClr val="00B0F0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utline</a:t>
              </a:r>
              <a:endParaRPr kumimoji="1" lang="zh-CN" altLang="en-US" sz="4800" b="1" dirty="0">
                <a:ln w="10160">
                  <a:solidFill>
                    <a:srgbClr val="00B0F0"/>
                  </a:solidFill>
                  <a:prstDash val="solid"/>
                </a:ln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endParaRPr>
            </a:p>
          </p:txBody>
        </p:sp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BD54AE8D-291C-C2E6-B029-1152813617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2000" y1="53425" x2="42000" y2="53425"/>
                          <a14:foregroundMark x1="62000" y1="69863" x2="62000" y2="69863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850471" y="569142"/>
              <a:ext cx="635000" cy="457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46901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</TotalTime>
  <Words>14</Words>
  <Application>Microsoft Macintosh PowerPoint</Application>
  <PresentationFormat>自定义</PresentationFormat>
  <Paragraphs>4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Toppan Bunkyu Midashi Gothic Ex</vt:lpstr>
      <vt:lpstr>Aptos</vt:lpstr>
      <vt:lpstr>Aptos Display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Zihao Viston Wang</dc:creator>
  <cp:lastModifiedBy>Zihao Viston Wang</cp:lastModifiedBy>
  <cp:revision>1</cp:revision>
  <dcterms:created xsi:type="dcterms:W3CDTF">2025-12-25T09:08:11Z</dcterms:created>
  <dcterms:modified xsi:type="dcterms:W3CDTF">2025-12-25T12:47:12Z</dcterms:modified>
</cp:coreProperties>
</file>