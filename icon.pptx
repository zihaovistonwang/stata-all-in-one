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8" r:id="rId3"/>
    <p:sldId id="257" r:id="rId4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229" d="100"/>
          <a:sy n="229" d="100"/>
        </p:scale>
        <p:origin x="280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ihao Viston Wang" userId="bb38f0bb24686ff5" providerId="LiveId" clId="{6B238CD4-3FE9-582E-A7AB-2A0F90EE9F12}"/>
    <pc:docChg chg="undo custSel addSld delSld modSld">
      <pc:chgData name="Zihao Viston Wang" userId="bb38f0bb24686ff5" providerId="LiveId" clId="{6B238CD4-3FE9-582E-A7AB-2A0F90EE9F12}" dt="2026-01-26T14:43:33.930" v="323" actId="1035"/>
      <pc:docMkLst>
        <pc:docMk/>
      </pc:docMkLst>
      <pc:sldChg chg="addSp delSp modSp mod">
        <pc:chgData name="Zihao Viston Wang" userId="bb38f0bb24686ff5" providerId="LiveId" clId="{6B238CD4-3FE9-582E-A7AB-2A0F90EE9F12}" dt="2026-01-26T14:43:33.930" v="323" actId="1035"/>
        <pc:sldMkLst>
          <pc:docMk/>
          <pc:sldMk cId="3110185412" sldId="256"/>
        </pc:sldMkLst>
        <pc:spChg chg="mod topLvl">
          <ac:chgData name="Zihao Viston Wang" userId="bb38f0bb24686ff5" providerId="LiveId" clId="{6B238CD4-3FE9-582E-A7AB-2A0F90EE9F12}" dt="2026-01-26T14:43:33.930" v="323" actId="1035"/>
          <ac:spMkLst>
            <pc:docMk/>
            <pc:sldMk cId="3110185412" sldId="256"/>
            <ac:spMk id="4" creationId="{83C976E9-E871-15A6-964E-F4B7B7EEC0AD}"/>
          </ac:spMkLst>
        </pc:spChg>
        <pc:spChg chg="mod topLvl">
          <ac:chgData name="Zihao Viston Wang" userId="bb38f0bb24686ff5" providerId="LiveId" clId="{6B238CD4-3FE9-582E-A7AB-2A0F90EE9F12}" dt="2026-01-26T14:42:45.739" v="292" actId="207"/>
          <ac:spMkLst>
            <pc:docMk/>
            <pc:sldMk cId="3110185412" sldId="256"/>
            <ac:spMk id="5" creationId="{07EFA768-474C-1D69-ABBB-1A18066AFD37}"/>
          </ac:spMkLst>
        </pc:spChg>
        <pc:spChg chg="mod topLvl">
          <ac:chgData name="Zihao Viston Wang" userId="bb38f0bb24686ff5" providerId="LiveId" clId="{6B238CD4-3FE9-582E-A7AB-2A0F90EE9F12}" dt="2026-01-26T14:43:33.930" v="323" actId="1035"/>
          <ac:spMkLst>
            <pc:docMk/>
            <pc:sldMk cId="3110185412" sldId="256"/>
            <ac:spMk id="7" creationId="{806BE3ED-8C62-A8F7-4ABD-4B54C1FED89D}"/>
          </ac:spMkLst>
        </pc:spChg>
        <pc:grpChg chg="add">
          <ac:chgData name="Zihao Viston Wang" userId="bb38f0bb24686ff5" providerId="LiveId" clId="{6B238CD4-3FE9-582E-A7AB-2A0F90EE9F12}" dt="2026-01-26T14:41:03.924" v="277" actId="164"/>
          <ac:grpSpMkLst>
            <pc:docMk/>
            <pc:sldMk cId="3110185412" sldId="256"/>
            <ac:grpSpMk id="2" creationId="{BE089064-5905-65C4-10C0-3B5DA1E5436B}"/>
          </ac:grpSpMkLst>
        </pc:grpChg>
        <pc:grpChg chg="del mod">
          <ac:chgData name="Zihao Viston Wang" userId="bb38f0bb24686ff5" providerId="LiveId" clId="{6B238CD4-3FE9-582E-A7AB-2A0F90EE9F12}" dt="2026-01-26T14:40:55.592" v="276" actId="165"/>
          <ac:grpSpMkLst>
            <pc:docMk/>
            <pc:sldMk cId="3110185412" sldId="256"/>
            <ac:grpSpMk id="3" creationId="{1A47D585-7C40-2604-E895-7AD0A1120EEC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40307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752534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1639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95369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2396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95343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211550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714027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40204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59406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34906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56FAFE-020E-6E49-8BB3-7A3C3A7092FE}" type="datetimeFigureOut">
              <a:rPr kumimoji="1" lang="zh-CN" altLang="en-US" smtClean="0"/>
              <a:t>2026/1/26</a:t>
            </a:fld>
            <a:endParaRPr kumimoji="1"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164B38-0DC1-9849-9D8B-FDD805297CD2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43556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E089064-5905-65C4-10C0-3B5DA1E5436B}"/>
              </a:ext>
            </a:extLst>
          </p:cNvPr>
          <p:cNvGrpSpPr/>
          <p:nvPr/>
        </p:nvGrpSpPr>
        <p:grpSpPr>
          <a:xfrm>
            <a:off x="0" y="2433"/>
            <a:ext cx="3600450" cy="3600450"/>
            <a:chOff x="0" y="2433"/>
            <a:chExt cx="3600450" cy="3600450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07EFA768-474C-1D69-ABBB-1A18066AFD37}"/>
                </a:ext>
              </a:extLst>
            </p:cNvPr>
            <p:cNvSpPr/>
            <p:nvPr/>
          </p:nvSpPr>
          <p:spPr>
            <a:xfrm>
              <a:off x="0" y="2433"/>
              <a:ext cx="3600450" cy="3600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kumimoji="1" lang="zh-CN" altLang="en-US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83C976E9-E871-15A6-964E-F4B7B7EEC0AD}"/>
                </a:ext>
              </a:extLst>
            </p:cNvPr>
            <p:cNvSpPr txBox="1"/>
            <p:nvPr/>
          </p:nvSpPr>
          <p:spPr>
            <a:xfrm>
              <a:off x="221107" y="604138"/>
              <a:ext cx="3158237" cy="144655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8800" dirty="0">
                  <a:ln>
                    <a:solidFill>
                      <a:schemeClr val="tx2">
                        <a:lumMod val="90000"/>
                        <a:lumOff val="10000"/>
                      </a:schemeClr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Phosphate Solid" panose="02000506050000020004" pitchFamily="2" charset="0"/>
                  <a:ea typeface="Hei" pitchFamily="2" charset="-122"/>
                  <a:cs typeface="Phosphate Solid" panose="02000506050000020004" pitchFamily="2" charset="0"/>
                </a:rPr>
                <a:t>Stata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806BE3ED-8C62-A8F7-4ABD-4B54C1FED89D}"/>
                </a:ext>
              </a:extLst>
            </p:cNvPr>
            <p:cNvSpPr txBox="1"/>
            <p:nvPr/>
          </p:nvSpPr>
          <p:spPr>
            <a:xfrm>
              <a:off x="79705" y="1730170"/>
              <a:ext cx="3441039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zh-CN" sz="5400" dirty="0"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Phosphate Inline" panose="02000506050000020004" pitchFamily="2" charset="0"/>
                  <a:cs typeface="Phosphate Inline" panose="02000506050000020004" pitchFamily="2" charset="0"/>
                </a:rPr>
                <a:t>A</a:t>
              </a:r>
              <a:r>
                <a:rPr lang="en-US" altLang="zh-CN" sz="4400" dirty="0"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Phosphate Inline" panose="02000506050000020004" pitchFamily="2" charset="0"/>
                  <a:cs typeface="Phosphate Inline" panose="02000506050000020004" pitchFamily="2" charset="0"/>
                </a:rPr>
                <a:t>ll</a:t>
              </a:r>
              <a:r>
                <a:rPr lang="zh-CN" altLang="en-US" sz="5400" dirty="0"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Phosphate Inline" panose="02000506050000020004" pitchFamily="2" charset="0"/>
                  <a:cs typeface="Phosphate Inline" panose="02000506050000020004" pitchFamily="2" charset="0"/>
                </a:rPr>
                <a:t> </a:t>
              </a:r>
              <a:r>
                <a:rPr lang="en-US" altLang="zh-CN" sz="4400" dirty="0"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Phosphate Inline" panose="02000506050000020004" pitchFamily="2" charset="0"/>
                  <a:cs typeface="Phosphate Inline" panose="02000506050000020004" pitchFamily="2" charset="0"/>
                </a:rPr>
                <a:t>in</a:t>
              </a:r>
              <a:r>
                <a:rPr lang="zh-CN" altLang="en-US" sz="5400" dirty="0"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Phosphate Inline" panose="02000506050000020004" pitchFamily="2" charset="0"/>
                  <a:cs typeface="Phosphate Inline" panose="02000506050000020004" pitchFamily="2" charset="0"/>
                </a:rPr>
                <a:t> </a:t>
              </a:r>
              <a:r>
                <a:rPr lang="en-US" altLang="zh-CN" sz="5400" dirty="0"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Phosphate Inline" panose="02000506050000020004" pitchFamily="2" charset="0"/>
                  <a:cs typeface="Phosphate Inline" panose="02000506050000020004" pitchFamily="2" charset="0"/>
                </a:rPr>
                <a:t>O</a:t>
              </a:r>
              <a:r>
                <a:rPr lang="en-US" altLang="zh-CN" sz="4400" dirty="0">
                  <a:ln>
                    <a:solidFill>
                      <a:schemeClr val="tx1">
                        <a:lumMod val="65000"/>
                        <a:lumOff val="35000"/>
                      </a:scheme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Phosphate Inline" panose="02000506050000020004" pitchFamily="2" charset="0"/>
                  <a:cs typeface="Phosphate Inline" panose="02000506050000020004" pitchFamily="2" charset="0"/>
                </a:rPr>
                <a:t>ne</a:t>
              </a:r>
              <a:endParaRPr lang="zh-CN" altLang="en-US" sz="5400" dirty="0">
                <a:ln>
                  <a:solidFill>
                    <a:schemeClr val="tx1">
                      <a:lumMod val="65000"/>
                      <a:lumOff val="3500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Phosphate Inline" panose="02000506050000020004" pitchFamily="2" charset="0"/>
                <a:cs typeface="Phosphate Inline" panose="02000506050000020004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10185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D136B-3D14-D518-9641-2C948037A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B61FA6B0-B45D-9FBD-A158-1C5BE1DA20C5}"/>
              </a:ext>
            </a:extLst>
          </p:cNvPr>
          <p:cNvSpPr/>
          <p:nvPr/>
        </p:nvSpPr>
        <p:spPr>
          <a:xfrm>
            <a:off x="0" y="0"/>
            <a:ext cx="3600450" cy="3600450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endParaRPr kumimoji="1" lang="zh-CN" altLang="en-US" sz="4000" b="1" dirty="0">
              <a:solidFill>
                <a:schemeClr val="bg1"/>
              </a:solidFill>
              <a:latin typeface="Toppan Bunkyu Midashi Gothic Ex" panose="020B0900000000000000" pitchFamily="34" charset="-128"/>
              <a:ea typeface="Toppan Bunkyu Midashi Gothic Ex" panose="020B0900000000000000" pitchFamily="34" charset="-128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A425749-7E77-C082-3031-ED13088E60F2}"/>
              </a:ext>
            </a:extLst>
          </p:cNvPr>
          <p:cNvSpPr txBox="1"/>
          <p:nvPr/>
        </p:nvSpPr>
        <p:spPr>
          <a:xfrm>
            <a:off x="144583" y="601708"/>
            <a:ext cx="3031599" cy="1241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* </a:t>
            </a:r>
            <a:r>
              <a:rPr kumimoji="1" lang="en-US" altLang="zh-CN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#</a:t>
            </a:r>
            <a:r>
              <a:rPr kumimoji="1" lang="zh-CN" altLang="en-US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 </a:t>
            </a:r>
            <a:r>
              <a:rPr kumimoji="1" lang="en-US" altLang="zh-CN" sz="6000" b="1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accent5"/>
                </a:solidFill>
                <a:effectLst>
                  <a:outerShdw blurRad="12700" dist="38100" dir="2700000" algn="tl" rotWithShape="0">
                    <a:schemeClr val="accent5">
                      <a:lumMod val="60000"/>
                      <a:lumOff val="40000"/>
                    </a:schemeClr>
                  </a:outerShdw>
                </a:effectLst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Stata</a:t>
            </a:r>
            <a:endParaRPr kumimoji="1" lang="en-US" altLang="zh-CN" sz="5400" b="1" dirty="0">
              <a:solidFill>
                <a:schemeClr val="bg1"/>
              </a:solidFill>
              <a:latin typeface="Toppan Bunkyu Midashi Gothic Ex" panose="020B0900000000000000" pitchFamily="34" charset="-128"/>
              <a:ea typeface="Toppan Bunkyu Midashi Gothic Ex" panose="020B0900000000000000" pitchFamily="34" charset="-128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70F98335-D6EF-73CE-128B-14BB9D320473}"/>
              </a:ext>
            </a:extLst>
          </p:cNvPr>
          <p:cNvSpPr txBox="1"/>
          <p:nvPr/>
        </p:nvSpPr>
        <p:spPr>
          <a:xfrm>
            <a:off x="144584" y="1765528"/>
            <a:ext cx="3337596" cy="8586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* </a:t>
            </a:r>
            <a:r>
              <a:rPr kumimoji="1" lang="en-US" altLang="zh-CN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##</a:t>
            </a:r>
            <a:r>
              <a:rPr kumimoji="1" lang="zh-CN" altLang="en-US" sz="40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 </a:t>
            </a:r>
            <a:r>
              <a:rPr kumimoji="1" lang="en-US" altLang="zh-CN" sz="3800" b="1" dirty="0">
                <a:ln w="10160">
                  <a:solidFill>
                    <a:srgbClr val="00B0F0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Outline</a:t>
            </a:r>
            <a:endParaRPr kumimoji="1" lang="zh-CN" altLang="en-US" sz="3800" b="1" dirty="0">
              <a:ln w="10160">
                <a:solidFill>
                  <a:srgbClr val="00B0F0"/>
                </a:solidFill>
                <a:prstDash val="solid"/>
              </a:ln>
              <a:solidFill>
                <a:schemeClr val="bg1"/>
              </a:solidFill>
              <a:latin typeface="Toppan Bunkyu Midashi Gothic Ex" panose="020B0900000000000000" pitchFamily="34" charset="-128"/>
              <a:ea typeface="Toppan Bunkyu Midashi Gothic Ex" panose="020B0900000000000000" pitchFamily="34" charset="-128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DFAD7367-6A4F-508A-5673-2D53B3280D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316" y="675839"/>
            <a:ext cx="6350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546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B3135-67A5-3C9F-0821-DDE61BDCD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32EEAD8F-5E2D-3F4A-2FCA-1B04EE718294}"/>
              </a:ext>
            </a:extLst>
          </p:cNvPr>
          <p:cNvGrpSpPr/>
          <p:nvPr/>
        </p:nvGrpSpPr>
        <p:grpSpPr>
          <a:xfrm>
            <a:off x="0" y="0"/>
            <a:ext cx="3614385" cy="3600450"/>
            <a:chOff x="0" y="0"/>
            <a:chExt cx="3614385" cy="3600450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55A4266A-4F42-EF7B-8FEA-F4E21E00AEE3}"/>
                </a:ext>
              </a:extLst>
            </p:cNvPr>
            <p:cNvSpPr/>
            <p:nvPr/>
          </p:nvSpPr>
          <p:spPr>
            <a:xfrm>
              <a:off x="0" y="0"/>
              <a:ext cx="3600450" cy="3600450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>
                <a:lnSpc>
                  <a:spcPct val="150000"/>
                </a:lnSpc>
              </a:pPr>
              <a:endParaRPr kumimoji="1" lang="zh-CN" altLang="en-US" sz="54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endParaRPr>
            </a:p>
          </p:txBody>
        </p:sp>
        <p:sp>
          <p:nvSpPr>
            <p:cNvPr id="4" name="文本框 3">
              <a:extLst>
                <a:ext uri="{FF2B5EF4-FFF2-40B4-BE49-F238E27FC236}">
                  <a16:creationId xmlns:a16="http://schemas.microsoft.com/office/drawing/2014/main" id="{E2D2B60C-299D-BAB0-31EF-04C0A803EC0C}"/>
                </a:ext>
              </a:extLst>
            </p:cNvPr>
            <p:cNvSpPr txBox="1"/>
            <p:nvPr/>
          </p:nvSpPr>
          <p:spPr>
            <a:xfrm>
              <a:off x="56763" y="281118"/>
              <a:ext cx="3313728" cy="162506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zh-CN" altLang="en-US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**</a:t>
              </a:r>
              <a:r>
                <a:rPr kumimoji="1" lang="en-US" altLang="zh-CN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#</a:t>
              </a:r>
              <a:r>
                <a:rPr kumimoji="1" lang="zh-CN" altLang="en-US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 </a:t>
              </a:r>
              <a:r>
                <a:rPr kumimoji="1" lang="en-US" altLang="zh-CN" sz="8000" b="1" dirty="0">
                  <a:ln w="9525">
                    <a:solidFill>
                      <a:schemeClr val="bg1"/>
                    </a:solidFill>
                    <a:prstDash val="solid"/>
                  </a:ln>
                  <a:solidFill>
                    <a:schemeClr val="accent5"/>
                  </a:solidFill>
                  <a:effectLst>
                    <a:outerShdw blurRad="12700" dist="38100" dir="2700000" algn="tl" rotWithShape="0">
                      <a:schemeClr val="accent5">
                        <a:lumMod val="60000"/>
                        <a:lumOff val="40000"/>
                      </a:schemeClr>
                    </a:outerShdw>
                  </a:effectLst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S</a:t>
              </a:r>
              <a:r>
                <a:rPr kumimoji="1" lang="en-US" altLang="zh-CN" sz="6000" b="1" dirty="0">
                  <a:ln w="9525">
                    <a:solidFill>
                      <a:schemeClr val="bg1"/>
                    </a:solidFill>
                    <a:prstDash val="solid"/>
                  </a:ln>
                  <a:solidFill>
                    <a:schemeClr val="accent5"/>
                  </a:solidFill>
                  <a:effectLst>
                    <a:outerShdw blurRad="12700" dist="38100" dir="2700000" algn="tl" rotWithShape="0">
                      <a:schemeClr val="accent5">
                        <a:lumMod val="60000"/>
                        <a:lumOff val="40000"/>
                      </a:schemeClr>
                    </a:outerShdw>
                  </a:effectLst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tata</a:t>
              </a:r>
              <a:endParaRPr kumimoji="1" lang="en-US" altLang="zh-CN" sz="7200" b="1" dirty="0"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endParaRP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916B42EF-2803-D566-1593-21114CBCA44C}"/>
                </a:ext>
              </a:extLst>
            </p:cNvPr>
            <p:cNvSpPr txBox="1"/>
            <p:nvPr/>
          </p:nvSpPr>
          <p:spPr>
            <a:xfrm>
              <a:off x="56763" y="1595483"/>
              <a:ext cx="3557622" cy="11269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kumimoji="1" lang="zh-CN" altLang="en-US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**</a:t>
              </a:r>
              <a:r>
                <a:rPr kumimoji="1" lang="en-US" altLang="zh-CN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##</a:t>
              </a:r>
              <a:r>
                <a:rPr kumimoji="1" lang="zh-CN" altLang="en-US" sz="4000" b="1" dirty="0">
                  <a:solidFill>
                    <a:schemeClr val="bg1">
                      <a:lumMod val="75000"/>
                    </a:schemeClr>
                  </a:solidFill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 </a:t>
              </a:r>
              <a:r>
                <a:rPr kumimoji="1" lang="en-US" altLang="zh-CN" sz="5400" b="1" dirty="0">
                  <a:ln w="10160">
                    <a:solidFill>
                      <a:srgbClr val="00B0F0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O</a:t>
              </a:r>
              <a:r>
                <a:rPr kumimoji="1" lang="en-US" altLang="zh-CN" sz="4000" b="1" dirty="0">
                  <a:ln w="10160">
                    <a:solidFill>
                      <a:srgbClr val="00B0F0"/>
                    </a:solidFill>
                    <a:prstDash val="solid"/>
                  </a:ln>
                  <a:solidFill>
                    <a:srgbClr val="FFFFFF"/>
                  </a:solidFill>
                  <a:effectLst>
                    <a:outerShdw blurRad="38100" dist="22860" dir="5400000" algn="tl" rotWithShape="0">
                      <a:srgbClr val="000000">
                        <a:alpha val="30000"/>
                      </a:srgbClr>
                    </a:outerShdw>
                  </a:effectLst>
                  <a:latin typeface="Toppan Bunkyu Midashi Gothic Ex" panose="020B0900000000000000" pitchFamily="34" charset="-128"/>
                  <a:ea typeface="Toppan Bunkyu Midashi Gothic Ex" panose="020B0900000000000000" pitchFamily="34" charset="-128"/>
                </a:rPr>
                <a:t>utline</a:t>
              </a:r>
              <a:endParaRPr kumimoji="1" lang="zh-CN" altLang="en-US" sz="4800" b="1" dirty="0">
                <a:ln w="10160">
                  <a:solidFill>
                    <a:srgbClr val="00B0F0"/>
                  </a:solidFill>
                  <a:prstDash val="solid"/>
                </a:ln>
                <a:solidFill>
                  <a:schemeClr val="bg1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endParaRPr>
            </a:p>
          </p:txBody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BD54AE8D-291C-C2E6-B029-1152813617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>
                          <a14:foregroundMark x1="42000" y1="53425" x2="42000" y2="53425"/>
                          <a14:foregroundMark x1="62000" y1="69863" x2="62000" y2="69863"/>
                        </a14:backgroundRemoval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2850471" y="569142"/>
              <a:ext cx="635000" cy="4572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469015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</TotalTime>
  <Words>18</Words>
  <Application>Microsoft Macintosh PowerPoint</Application>
  <PresentationFormat>自定义</PresentationFormat>
  <Paragraphs>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0" baseType="lpstr">
      <vt:lpstr>Toppan Bunkyu Midashi Gothic Ex</vt:lpstr>
      <vt:lpstr>Aptos</vt:lpstr>
      <vt:lpstr>Aptos Display</vt:lpstr>
      <vt:lpstr>Arial</vt:lpstr>
      <vt:lpstr>Phosphate Inline</vt:lpstr>
      <vt:lpstr>Phosphate Solid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Zihao Viston Wang</dc:creator>
  <cp:lastModifiedBy>Zihao Viston Wang</cp:lastModifiedBy>
  <cp:revision>2</cp:revision>
  <dcterms:created xsi:type="dcterms:W3CDTF">2025-12-25T09:08:11Z</dcterms:created>
  <dcterms:modified xsi:type="dcterms:W3CDTF">2026-01-26T14:43:37Z</dcterms:modified>
</cp:coreProperties>
</file>