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3600450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01A33C-9F31-FF40-B88D-D504EF10CD5B}" v="4" dt="2026-01-26T16:34:07.7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229" d="100"/>
          <a:sy n="229" d="100"/>
        </p:scale>
        <p:origin x="28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ihao Viston Wang" userId="bb38f0bb24686ff5" providerId="LiveId" clId="{6B238CD4-3FE9-582E-A7AB-2A0F90EE9F12}"/>
    <pc:docChg chg="undo custSel addSld delSld modSld">
      <pc:chgData name="Zihao Viston Wang" userId="bb38f0bb24686ff5" providerId="LiveId" clId="{6B238CD4-3FE9-582E-A7AB-2A0F90EE9F12}" dt="2026-01-26T16:34:59.886" v="495" actId="164"/>
      <pc:docMkLst>
        <pc:docMk/>
      </pc:docMkLst>
      <pc:sldChg chg="addSp delSp modSp mod">
        <pc:chgData name="Zihao Viston Wang" userId="bb38f0bb24686ff5" providerId="LiveId" clId="{6B238CD4-3FE9-582E-A7AB-2A0F90EE9F12}" dt="2026-01-26T16:34:59.886" v="495" actId="164"/>
        <pc:sldMkLst>
          <pc:docMk/>
          <pc:sldMk cId="3110185412" sldId="256"/>
        </pc:sldMkLst>
        <pc:spChg chg="mod topLvl">
          <ac:chgData name="Zihao Viston Wang" userId="bb38f0bb24686ff5" providerId="LiveId" clId="{6B238CD4-3FE9-582E-A7AB-2A0F90EE9F12}" dt="2026-01-26T16:34:53.136" v="494" actId="12788"/>
          <ac:spMkLst>
            <pc:docMk/>
            <pc:sldMk cId="3110185412" sldId="256"/>
            <ac:spMk id="4" creationId="{83C976E9-E871-15A6-964E-F4B7B7EEC0AD}"/>
          </ac:spMkLst>
        </pc:spChg>
        <pc:spChg chg="mod topLvl">
          <ac:chgData name="Zihao Viston Wang" userId="bb38f0bb24686ff5" providerId="LiveId" clId="{6B238CD4-3FE9-582E-A7AB-2A0F90EE9F12}" dt="2026-01-26T16:28:56.648" v="326" actId="165"/>
          <ac:spMkLst>
            <pc:docMk/>
            <pc:sldMk cId="3110185412" sldId="256"/>
            <ac:spMk id="5" creationId="{07EFA768-474C-1D69-ABBB-1A18066AFD37}"/>
          </ac:spMkLst>
        </pc:spChg>
        <pc:spChg chg="add del mod topLvl">
          <ac:chgData name="Zihao Viston Wang" userId="bb38f0bb24686ff5" providerId="LiveId" clId="{6B238CD4-3FE9-582E-A7AB-2A0F90EE9F12}" dt="2026-01-26T16:34:33.586" v="492" actId="478"/>
          <ac:spMkLst>
            <pc:docMk/>
            <pc:sldMk cId="3110185412" sldId="256"/>
            <ac:spMk id="6" creationId="{A051D0A1-6F3B-2694-3FFB-A0FF5D837641}"/>
          </ac:spMkLst>
        </pc:spChg>
        <pc:spChg chg="mod topLvl">
          <ac:chgData name="Zihao Viston Wang" userId="bb38f0bb24686ff5" providerId="LiveId" clId="{6B238CD4-3FE9-582E-A7AB-2A0F90EE9F12}" dt="2026-01-26T16:34:53.136" v="494" actId="12788"/>
          <ac:spMkLst>
            <pc:docMk/>
            <pc:sldMk cId="3110185412" sldId="256"/>
            <ac:spMk id="7" creationId="{806BE3ED-8C62-A8F7-4ABD-4B54C1FED89D}"/>
          </ac:spMkLst>
        </pc:spChg>
        <pc:spChg chg="add del mod">
          <ac:chgData name="Zihao Viston Wang" userId="bb38f0bb24686ff5" providerId="LiveId" clId="{6B238CD4-3FE9-582E-A7AB-2A0F90EE9F12}" dt="2026-01-26T16:34:32.026" v="491" actId="478"/>
          <ac:spMkLst>
            <pc:docMk/>
            <pc:sldMk cId="3110185412" sldId="256"/>
            <ac:spMk id="9" creationId="{CDDAC72A-02F5-0503-B680-A367037B7503}"/>
          </ac:spMkLst>
        </pc:spChg>
        <pc:grpChg chg="add del mod">
          <ac:chgData name="Zihao Viston Wang" userId="bb38f0bb24686ff5" providerId="LiveId" clId="{6B238CD4-3FE9-582E-A7AB-2A0F90EE9F12}" dt="2026-01-26T16:28:56.648" v="326" actId="165"/>
          <ac:grpSpMkLst>
            <pc:docMk/>
            <pc:sldMk cId="3110185412" sldId="256"/>
            <ac:grpSpMk id="2" creationId="{BE089064-5905-65C4-10C0-3B5DA1E5436B}"/>
          </ac:grpSpMkLst>
        </pc:grpChg>
        <pc:grpChg chg="del mod">
          <ac:chgData name="Zihao Viston Wang" userId="bb38f0bb24686ff5" providerId="LiveId" clId="{6B238CD4-3FE9-582E-A7AB-2A0F90EE9F12}" dt="2026-01-26T14:40:55.592" v="276" actId="165"/>
          <ac:grpSpMkLst>
            <pc:docMk/>
            <pc:sldMk cId="3110185412" sldId="256"/>
            <ac:grpSpMk id="3" creationId="{1A47D585-7C40-2604-E895-7AD0A1120EEC}"/>
          </ac:grpSpMkLst>
        </pc:grpChg>
        <pc:grpChg chg="add del mod">
          <ac:chgData name="Zihao Viston Wang" userId="bb38f0bb24686ff5" providerId="LiveId" clId="{6B238CD4-3FE9-582E-A7AB-2A0F90EE9F12}" dt="2026-01-26T16:29:23.312" v="351" actId="165"/>
          <ac:grpSpMkLst>
            <pc:docMk/>
            <pc:sldMk cId="3110185412" sldId="256"/>
            <ac:grpSpMk id="3" creationId="{8F6F027F-48A9-7191-2AB7-70BACF94505B}"/>
          </ac:grpSpMkLst>
        </pc:grpChg>
        <pc:grpChg chg="add del mod">
          <ac:chgData name="Zihao Viston Wang" userId="bb38f0bb24686ff5" providerId="LiveId" clId="{6B238CD4-3FE9-582E-A7AB-2A0F90EE9F12}" dt="2026-01-26T16:32:11.568" v="429" actId="165"/>
          <ac:grpSpMkLst>
            <pc:docMk/>
            <pc:sldMk cId="3110185412" sldId="256"/>
            <ac:grpSpMk id="8" creationId="{A3D9AC22-ED2F-20A9-3B99-5F40315732DC}"/>
          </ac:grpSpMkLst>
        </pc:grpChg>
        <pc:grpChg chg="add">
          <ac:chgData name="Zihao Viston Wang" userId="bb38f0bb24686ff5" providerId="LiveId" clId="{6B238CD4-3FE9-582E-A7AB-2A0F90EE9F12}" dt="2026-01-26T16:34:59.886" v="495" actId="164"/>
          <ac:grpSpMkLst>
            <pc:docMk/>
            <pc:sldMk cId="3110185412" sldId="256"/>
            <ac:grpSpMk id="10" creationId="{8BDC5445-F11B-251B-8166-CC6CCA352F08}"/>
          </ac:grpSpMkLst>
        </pc:grpChg>
      </pc:sldChg>
      <pc:sldChg chg="del">
        <pc:chgData name="Zihao Viston Wang" userId="bb38f0bb24686ff5" providerId="LiveId" clId="{6B238CD4-3FE9-582E-A7AB-2A0F90EE9F12}" dt="2026-01-26T15:48:26.139" v="324" actId="2696"/>
        <pc:sldMkLst>
          <pc:docMk/>
          <pc:sldMk cId="3746901599" sldId="257"/>
        </pc:sldMkLst>
      </pc:sldChg>
      <pc:sldChg chg="del">
        <pc:chgData name="Zihao Viston Wang" userId="bb38f0bb24686ff5" providerId="LiveId" clId="{6B238CD4-3FE9-582E-A7AB-2A0F90EE9F12}" dt="2026-01-26T15:48:26.139" v="324" actId="2696"/>
        <pc:sldMkLst>
          <pc:docMk/>
          <pc:sldMk cId="1889546128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034" y="589241"/>
            <a:ext cx="3060383" cy="1253490"/>
          </a:xfrm>
        </p:spPr>
        <p:txBody>
          <a:bodyPr anchor="b"/>
          <a:lstStyle>
            <a:lvl1pPr algn="ctr">
              <a:defRPr sz="236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056" y="1891070"/>
            <a:ext cx="2700338" cy="869275"/>
          </a:xfrm>
        </p:spPr>
        <p:txBody>
          <a:bodyPr/>
          <a:lstStyle>
            <a:lvl1pPr marL="0" indent="0" algn="ctr">
              <a:buNone/>
              <a:defRPr sz="945"/>
            </a:lvl1pPr>
            <a:lvl2pPr marL="180045" indent="0" algn="ctr">
              <a:buNone/>
              <a:defRPr sz="788"/>
            </a:lvl2pPr>
            <a:lvl3pPr marL="360091" indent="0" algn="ctr">
              <a:buNone/>
              <a:defRPr sz="709"/>
            </a:lvl3pPr>
            <a:lvl4pPr marL="540136" indent="0" algn="ctr">
              <a:buNone/>
              <a:defRPr sz="630"/>
            </a:lvl4pPr>
            <a:lvl5pPr marL="720181" indent="0" algn="ctr">
              <a:buNone/>
              <a:defRPr sz="630"/>
            </a:lvl5pPr>
            <a:lvl6pPr marL="900227" indent="0" algn="ctr">
              <a:buNone/>
              <a:defRPr sz="630"/>
            </a:lvl6pPr>
            <a:lvl7pPr marL="1080272" indent="0" algn="ctr">
              <a:buNone/>
              <a:defRPr sz="630"/>
            </a:lvl7pPr>
            <a:lvl8pPr marL="1260318" indent="0" algn="ctr">
              <a:buNone/>
              <a:defRPr sz="630"/>
            </a:lvl8pPr>
            <a:lvl9pPr marL="1440363" indent="0" algn="ctr">
              <a:buNone/>
              <a:defRPr sz="63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6FAFE-020E-6E49-8BB3-7A3C3A7092FE}" type="datetimeFigureOut">
              <a:rPr kumimoji="1" lang="zh-CN" altLang="en-US" smtClean="0"/>
              <a:t>2026/1/27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64B38-0DC1-9849-9D8B-FDD805297C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40307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6FAFE-020E-6E49-8BB3-7A3C3A7092FE}" type="datetimeFigureOut">
              <a:rPr kumimoji="1" lang="zh-CN" altLang="en-US" smtClean="0"/>
              <a:t>2026/1/27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64B38-0DC1-9849-9D8B-FDD805297C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5253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56" y="897613"/>
            <a:ext cx="3105388" cy="1497687"/>
          </a:xfrm>
        </p:spPr>
        <p:txBody>
          <a:bodyPr anchor="b"/>
          <a:lstStyle>
            <a:lvl1pPr>
              <a:defRPr sz="236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56" y="2409469"/>
            <a:ext cx="3105388" cy="787598"/>
          </a:xfrm>
        </p:spPr>
        <p:txBody>
          <a:bodyPr/>
          <a:lstStyle>
            <a:lvl1pPr marL="0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1pPr>
            <a:lvl2pPr marL="180045" indent="0">
              <a:buNone/>
              <a:defRPr sz="788">
                <a:solidFill>
                  <a:schemeClr val="tx1">
                    <a:tint val="82000"/>
                  </a:schemeClr>
                </a:solidFill>
              </a:defRPr>
            </a:lvl2pPr>
            <a:lvl3pPr marL="360091" indent="0">
              <a:buNone/>
              <a:defRPr sz="709">
                <a:solidFill>
                  <a:schemeClr val="tx1">
                    <a:tint val="82000"/>
                  </a:schemeClr>
                </a:solidFill>
              </a:defRPr>
            </a:lvl3pPr>
            <a:lvl4pPr marL="540136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4pPr>
            <a:lvl5pPr marL="720181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5pPr>
            <a:lvl6pPr marL="900227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6pPr>
            <a:lvl7pPr marL="1080272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7pPr>
            <a:lvl8pPr marL="1260318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8pPr>
            <a:lvl9pPr marL="1440363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6FAFE-020E-6E49-8BB3-7A3C3A7092FE}" type="datetimeFigureOut">
              <a:rPr kumimoji="1" lang="zh-CN" altLang="en-US" smtClean="0"/>
              <a:t>2026/1/27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64B38-0DC1-9849-9D8B-FDD805297C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1639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531" y="958453"/>
            <a:ext cx="1530191" cy="22844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728" y="958453"/>
            <a:ext cx="1530191" cy="22844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6FAFE-020E-6E49-8BB3-7A3C3A7092FE}" type="datetimeFigureOut">
              <a:rPr kumimoji="1" lang="zh-CN" altLang="en-US" smtClean="0"/>
              <a:t>2026/1/27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64B38-0DC1-9849-9D8B-FDD805297C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95369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91691"/>
            <a:ext cx="3105388" cy="69592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000" y="882610"/>
            <a:ext cx="1523159" cy="43255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8000" y="1315164"/>
            <a:ext cx="1523159" cy="193440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728" y="882610"/>
            <a:ext cx="1530660" cy="43255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728" y="1315164"/>
            <a:ext cx="1530660" cy="193440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6FAFE-020E-6E49-8BB3-7A3C3A7092FE}" type="datetimeFigureOut">
              <a:rPr kumimoji="1" lang="zh-CN" altLang="en-US" smtClean="0"/>
              <a:t>2026/1/27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64B38-0DC1-9849-9D8B-FDD805297C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42396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6FAFE-020E-6E49-8BB3-7A3C3A7092FE}" type="datetimeFigureOut">
              <a:rPr kumimoji="1" lang="zh-CN" altLang="en-US" smtClean="0"/>
              <a:t>2026/1/27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64B38-0DC1-9849-9D8B-FDD805297C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95343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6FAFE-020E-6E49-8BB3-7A3C3A7092FE}" type="datetimeFigureOut">
              <a:rPr kumimoji="1" lang="zh-CN" altLang="en-US" smtClean="0"/>
              <a:t>2026/1/27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64B38-0DC1-9849-9D8B-FDD805297C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1155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40030"/>
            <a:ext cx="1161239" cy="840105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660" y="518399"/>
            <a:ext cx="1822728" cy="2558653"/>
          </a:xfrm>
        </p:spPr>
        <p:txBody>
          <a:bodyPr/>
          <a:lstStyle>
            <a:lvl1pPr>
              <a:defRPr sz="1260"/>
            </a:lvl1pPr>
            <a:lvl2pPr>
              <a:defRPr sz="1103"/>
            </a:lvl2pPr>
            <a:lvl3pPr>
              <a:defRPr sz="945"/>
            </a:lvl3pPr>
            <a:lvl4pPr>
              <a:defRPr sz="788"/>
            </a:lvl4pPr>
            <a:lvl5pPr>
              <a:defRPr sz="788"/>
            </a:lvl5pPr>
            <a:lvl6pPr>
              <a:defRPr sz="788"/>
            </a:lvl6pPr>
            <a:lvl7pPr>
              <a:defRPr sz="788"/>
            </a:lvl7pPr>
            <a:lvl8pPr>
              <a:defRPr sz="788"/>
            </a:lvl8pPr>
            <a:lvl9pPr>
              <a:defRPr sz="788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080135"/>
            <a:ext cx="1161239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6FAFE-020E-6E49-8BB3-7A3C3A7092FE}" type="datetimeFigureOut">
              <a:rPr kumimoji="1" lang="zh-CN" altLang="en-US" smtClean="0"/>
              <a:t>2026/1/27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64B38-0DC1-9849-9D8B-FDD805297C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71402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40030"/>
            <a:ext cx="1161239" cy="840105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660" y="518399"/>
            <a:ext cx="1822728" cy="2558653"/>
          </a:xfrm>
        </p:spPr>
        <p:txBody>
          <a:bodyPr anchor="t"/>
          <a:lstStyle>
            <a:lvl1pPr marL="0" indent="0">
              <a:buNone/>
              <a:defRPr sz="1260"/>
            </a:lvl1pPr>
            <a:lvl2pPr marL="180045" indent="0">
              <a:buNone/>
              <a:defRPr sz="1103"/>
            </a:lvl2pPr>
            <a:lvl3pPr marL="360091" indent="0">
              <a:buNone/>
              <a:defRPr sz="945"/>
            </a:lvl3pPr>
            <a:lvl4pPr marL="540136" indent="0">
              <a:buNone/>
              <a:defRPr sz="788"/>
            </a:lvl4pPr>
            <a:lvl5pPr marL="720181" indent="0">
              <a:buNone/>
              <a:defRPr sz="788"/>
            </a:lvl5pPr>
            <a:lvl6pPr marL="900227" indent="0">
              <a:buNone/>
              <a:defRPr sz="788"/>
            </a:lvl6pPr>
            <a:lvl7pPr marL="1080272" indent="0">
              <a:buNone/>
              <a:defRPr sz="788"/>
            </a:lvl7pPr>
            <a:lvl8pPr marL="1260318" indent="0">
              <a:buNone/>
              <a:defRPr sz="788"/>
            </a:lvl8pPr>
            <a:lvl9pPr marL="1440363" indent="0">
              <a:buNone/>
              <a:defRPr sz="788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080135"/>
            <a:ext cx="1161239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6FAFE-020E-6E49-8BB3-7A3C3A7092FE}" type="datetimeFigureOut">
              <a:rPr kumimoji="1" lang="zh-CN" altLang="en-US" smtClean="0"/>
              <a:t>2026/1/27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64B38-0DC1-9849-9D8B-FDD805297C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40204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6FAFE-020E-6E49-8BB3-7A3C3A7092FE}" type="datetimeFigureOut">
              <a:rPr kumimoji="1" lang="zh-CN" altLang="en-US" smtClean="0"/>
              <a:t>2026/1/27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64B38-0DC1-9849-9D8B-FDD805297C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9406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572" y="191691"/>
            <a:ext cx="776347" cy="30512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531" y="191691"/>
            <a:ext cx="2284035" cy="30512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6FAFE-020E-6E49-8BB3-7A3C3A7092FE}" type="datetimeFigureOut">
              <a:rPr kumimoji="1" lang="zh-CN" altLang="en-US" smtClean="0"/>
              <a:t>2026/1/27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64B38-0DC1-9849-9D8B-FDD805297C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4906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31" y="191691"/>
            <a:ext cx="3105388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31" y="958453"/>
            <a:ext cx="3105388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31" y="3337084"/>
            <a:ext cx="81010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56FAFE-020E-6E49-8BB3-7A3C3A7092FE}" type="datetimeFigureOut">
              <a:rPr kumimoji="1" lang="zh-CN" altLang="en-US" smtClean="0"/>
              <a:t>2026/1/27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649" y="3337084"/>
            <a:ext cx="1215152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818" y="3337084"/>
            <a:ext cx="81010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164B38-0DC1-9849-9D8B-FDD805297C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34355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60091" rtl="0" eaLnBrk="1" latinLnBrk="0" hangingPunct="1">
        <a:lnSpc>
          <a:spcPct val="90000"/>
        </a:lnSpc>
        <a:spcBef>
          <a:spcPct val="0"/>
        </a:spcBef>
        <a:buNone/>
        <a:defRPr sz="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023" indent="-90023" algn="l" defTabSz="360091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103" kern="1200">
          <a:solidFill>
            <a:schemeClr val="tx1"/>
          </a:solidFill>
          <a:latin typeface="+mn-lt"/>
          <a:ea typeface="+mn-ea"/>
          <a:cs typeface="+mn-cs"/>
        </a:defRPr>
      </a:lvl1pPr>
      <a:lvl2pPr marL="270068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50113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3pPr>
      <a:lvl4pPr marL="63015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810204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9024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170295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350340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530386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1pPr>
      <a:lvl2pPr marL="180045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2pPr>
      <a:lvl3pPr marL="36009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40136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72018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00227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080272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260318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440363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8BDC5445-F11B-251B-8166-CC6CCA352F08}"/>
              </a:ext>
            </a:extLst>
          </p:cNvPr>
          <p:cNvGrpSpPr/>
          <p:nvPr/>
        </p:nvGrpSpPr>
        <p:grpSpPr>
          <a:xfrm>
            <a:off x="0" y="0"/>
            <a:ext cx="3600450" cy="3600450"/>
            <a:chOff x="0" y="0"/>
            <a:chExt cx="3600450" cy="3600450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7EFA768-474C-1D69-ABBB-1A18066AFD37}"/>
                </a:ext>
              </a:extLst>
            </p:cNvPr>
            <p:cNvSpPr/>
            <p:nvPr/>
          </p:nvSpPr>
          <p:spPr>
            <a:xfrm>
              <a:off x="0" y="0"/>
              <a:ext cx="3600450" cy="3600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endParaRPr kumimoji="1" lang="zh-CN" altLang="en-US" sz="4000" b="1" dirty="0">
                <a:solidFill>
                  <a:schemeClr val="bg1"/>
                </a:solidFill>
                <a:latin typeface="Toppan Bunkyu Midashi Gothic Ex" panose="020B0900000000000000" pitchFamily="34" charset="-128"/>
                <a:ea typeface="Toppan Bunkyu Midashi Gothic Ex" panose="020B0900000000000000" pitchFamily="34" charset="-128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83C976E9-E871-15A6-964E-F4B7B7EEC0AD}"/>
                </a:ext>
              </a:extLst>
            </p:cNvPr>
            <p:cNvSpPr txBox="1"/>
            <p:nvPr/>
          </p:nvSpPr>
          <p:spPr>
            <a:xfrm>
              <a:off x="221106" y="579407"/>
              <a:ext cx="3158237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800" dirty="0">
                  <a:ln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  <a:solidFill>
                    <a:schemeClr val="tx2">
                      <a:lumMod val="75000"/>
                      <a:lumOff val="25000"/>
                    </a:schemeClr>
                  </a:solidFill>
                  <a:latin typeface="Phosphate Solid" panose="02000506050000020004" pitchFamily="2" charset="0"/>
                  <a:ea typeface="Hei" pitchFamily="2" charset="-122"/>
                  <a:cs typeface="Phosphate Solid" panose="02000506050000020004" pitchFamily="2" charset="0"/>
                </a:rPr>
                <a:t>Stata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06BE3ED-8C62-A8F7-4ABD-4B54C1FED89D}"/>
                </a:ext>
              </a:extLst>
            </p:cNvPr>
            <p:cNvSpPr txBox="1"/>
            <p:nvPr/>
          </p:nvSpPr>
          <p:spPr>
            <a:xfrm>
              <a:off x="79705" y="1655255"/>
              <a:ext cx="3441039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6000" dirty="0"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Phosphate Inline" panose="02000506050000020004" pitchFamily="2" charset="0"/>
                  <a:cs typeface="Phosphate Inline" panose="02000506050000020004" pitchFamily="2" charset="0"/>
                </a:rPr>
                <a:t>A</a:t>
              </a:r>
              <a:r>
                <a:rPr lang="en-US" altLang="zh-CN" sz="4800" dirty="0"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Phosphate Inline" panose="02000506050000020004" pitchFamily="2" charset="0"/>
                  <a:cs typeface="Phosphate Inline" panose="02000506050000020004" pitchFamily="2" charset="0"/>
                </a:rPr>
                <a:t>ll</a:t>
              </a:r>
              <a:r>
                <a:rPr lang="zh-CN" altLang="en-US" sz="6000" dirty="0"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Phosphate Inline" panose="02000506050000020004" pitchFamily="2" charset="0"/>
                  <a:cs typeface="Phosphate Inline" panose="02000506050000020004" pitchFamily="2" charset="0"/>
                </a:rPr>
                <a:t> </a:t>
              </a:r>
              <a:r>
                <a:rPr lang="en-US" altLang="zh-CN" sz="4800" dirty="0"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Phosphate Inline" panose="02000506050000020004" pitchFamily="2" charset="0"/>
                  <a:cs typeface="Phosphate Inline" panose="02000506050000020004" pitchFamily="2" charset="0"/>
                </a:rPr>
                <a:t>in</a:t>
              </a:r>
              <a:r>
                <a:rPr lang="zh-CN" altLang="en-US" sz="6000" dirty="0"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Phosphate Inline" panose="02000506050000020004" pitchFamily="2" charset="0"/>
                  <a:cs typeface="Phosphate Inline" panose="02000506050000020004" pitchFamily="2" charset="0"/>
                </a:rPr>
                <a:t> </a:t>
              </a:r>
              <a:r>
                <a:rPr lang="en-US" altLang="zh-CN" sz="6000" dirty="0"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Phosphate Inline" panose="02000506050000020004" pitchFamily="2" charset="0"/>
                  <a:cs typeface="Phosphate Inline" panose="02000506050000020004" pitchFamily="2" charset="0"/>
                </a:rPr>
                <a:t>O</a:t>
              </a:r>
              <a:r>
                <a:rPr lang="en-US" altLang="zh-CN" sz="4800" dirty="0"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Phosphate Inline" panose="02000506050000020004" pitchFamily="2" charset="0"/>
                  <a:cs typeface="Phosphate Inline" panose="02000506050000020004" pitchFamily="2" charset="0"/>
                </a:rPr>
                <a:t>ne</a:t>
              </a:r>
              <a:endParaRPr lang="zh-CN" altLang="en-US" sz="6000" dirty="0"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Phosphate Inline" panose="02000506050000020004" pitchFamily="2" charset="0"/>
                <a:cs typeface="Phosphate Inline" panose="02000506050000020004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10185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113</TotalTime>
  <Words>4</Words>
  <Application>Microsoft Macintosh PowerPoint</Application>
  <PresentationFormat>自定义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Toppan Bunkyu Midashi Gothic Ex</vt:lpstr>
      <vt:lpstr>Aptos</vt:lpstr>
      <vt:lpstr>Aptos Display</vt:lpstr>
      <vt:lpstr>Arial</vt:lpstr>
      <vt:lpstr>Phosphate Inline</vt:lpstr>
      <vt:lpstr>Phosphate Solid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Zihao Viston Wang</dc:creator>
  <cp:lastModifiedBy>Zihao Viston Wang</cp:lastModifiedBy>
  <cp:revision>2</cp:revision>
  <dcterms:created xsi:type="dcterms:W3CDTF">2025-12-25T09:08:11Z</dcterms:created>
  <dcterms:modified xsi:type="dcterms:W3CDTF">2026-01-26T16:35:01Z</dcterms:modified>
</cp:coreProperties>
</file>