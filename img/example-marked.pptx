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B15FB9-1BA0-F247-8406-2C9EAB55C849}" v="221" dt="2026-07-06T09:08:41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03"/>
    <p:restoredTop sz="94668"/>
  </p:normalViewPr>
  <p:slideViewPr>
    <p:cSldViewPr snapToGrid="0">
      <p:cViewPr>
        <p:scale>
          <a:sx n="204" d="100"/>
          <a:sy n="204" d="100"/>
        </p:scale>
        <p:origin x="1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hao Viston Wang" userId="bb38f0bb24686ff5" providerId="LiveId" clId="{624A8E29-C0AB-51FB-8E4A-8A86974DAEAD}"/>
    <pc:docChg chg="undo redo custSel modSld">
      <pc:chgData name="Zihao Viston Wang" userId="bb38f0bb24686ff5" providerId="LiveId" clId="{624A8E29-C0AB-51FB-8E4A-8A86974DAEAD}" dt="2026-07-06T09:08:41.541" v="938" actId="164"/>
      <pc:docMkLst>
        <pc:docMk/>
      </pc:docMkLst>
      <pc:sldChg chg="addSp delSp modSp mod">
        <pc:chgData name="Zihao Viston Wang" userId="bb38f0bb24686ff5" providerId="LiveId" clId="{624A8E29-C0AB-51FB-8E4A-8A86974DAEAD}" dt="2026-07-06T09:07:42.829" v="937" actId="164"/>
        <pc:sldMkLst>
          <pc:docMk/>
          <pc:sldMk cId="333356922" sldId="256"/>
        </pc:sldMkLst>
        <pc:spChg chg="add mod">
          <ac:chgData name="Zihao Viston Wang" userId="bb38f0bb24686ff5" providerId="LiveId" clId="{624A8E29-C0AB-51FB-8E4A-8A86974DAEAD}" dt="2026-06-07T10:22:06.617" v="277" actId="167"/>
          <ac:spMkLst>
            <pc:docMk/>
            <pc:sldMk cId="333356922" sldId="256"/>
            <ac:spMk id="3" creationId="{AFEAB8E9-8454-1FFC-BBF3-33F4CFF89C5B}"/>
          </ac:spMkLst>
        </pc:spChg>
        <pc:spChg chg="mod topLvl">
          <ac:chgData name="Zihao Viston Wang" userId="bb38f0bb24686ff5" providerId="LiveId" clId="{624A8E29-C0AB-51FB-8E4A-8A86974DAEAD}" dt="2026-06-07T10:35:34.008" v="831" actId="164"/>
          <ac:spMkLst>
            <pc:docMk/>
            <pc:sldMk cId="333356922" sldId="256"/>
            <ac:spMk id="21" creationId="{39F701A2-5158-BB90-CFDB-B192DC37590F}"/>
          </ac:spMkLst>
        </pc:spChg>
        <pc:spChg chg="mod">
          <ac:chgData name="Zihao Viston Wang" userId="bb38f0bb24686ff5" providerId="LiveId" clId="{624A8E29-C0AB-51FB-8E4A-8A86974DAEAD}" dt="2026-06-07T10:32:58.414" v="643" actId="1035"/>
          <ac:spMkLst>
            <pc:docMk/>
            <pc:sldMk cId="333356922" sldId="256"/>
            <ac:spMk id="40" creationId="{601AD2E7-C370-1028-90AB-D59B286CABEE}"/>
          </ac:spMkLst>
        </pc:spChg>
        <pc:spChg chg="mod topLvl">
          <ac:chgData name="Zihao Viston Wang" userId="bb38f0bb24686ff5" providerId="LiveId" clId="{624A8E29-C0AB-51FB-8E4A-8A86974DAEAD}" dt="2026-06-07T10:35:34.008" v="831" actId="164"/>
          <ac:spMkLst>
            <pc:docMk/>
            <pc:sldMk cId="333356922" sldId="256"/>
            <ac:spMk id="44" creationId="{DC3EDA75-0D47-93C9-5EC8-DA64F381C31F}"/>
          </ac:spMkLst>
        </pc:spChg>
        <pc:spChg chg="mod topLvl">
          <ac:chgData name="Zihao Viston Wang" userId="bb38f0bb24686ff5" providerId="LiveId" clId="{624A8E29-C0AB-51FB-8E4A-8A86974DAEAD}" dt="2026-06-07T10:35:34.008" v="831" actId="164"/>
          <ac:spMkLst>
            <pc:docMk/>
            <pc:sldMk cId="333356922" sldId="256"/>
            <ac:spMk id="46" creationId="{9F42FEB2-4953-FB47-B18D-640BB385C882}"/>
          </ac:spMkLst>
        </pc:spChg>
        <pc:spChg chg="mod">
          <ac:chgData name="Zihao Viston Wang" userId="bb38f0bb24686ff5" providerId="LiveId" clId="{624A8E29-C0AB-51FB-8E4A-8A86974DAEAD}" dt="2026-07-06T09:05:32.057" v="923" actId="1037"/>
          <ac:spMkLst>
            <pc:docMk/>
            <pc:sldMk cId="333356922" sldId="256"/>
            <ac:spMk id="57" creationId="{F9168089-D3B4-DB4C-FC1A-55190DFA0F6C}"/>
          </ac:spMkLst>
        </pc:spChg>
        <pc:spChg chg="mod topLvl">
          <ac:chgData name="Zihao Viston Wang" userId="bb38f0bb24686ff5" providerId="LiveId" clId="{624A8E29-C0AB-51FB-8E4A-8A86974DAEAD}" dt="2026-07-06T09:07:42.829" v="937" actId="164"/>
          <ac:spMkLst>
            <pc:docMk/>
            <pc:sldMk cId="333356922" sldId="256"/>
            <ac:spMk id="79" creationId="{34C26D17-51FC-CA83-4809-7A0BE4A4D938}"/>
          </ac:spMkLst>
        </pc:spChg>
        <pc:spChg chg="mod topLvl">
          <ac:chgData name="Zihao Viston Wang" userId="bb38f0bb24686ff5" providerId="LiveId" clId="{624A8E29-C0AB-51FB-8E4A-8A86974DAEAD}" dt="2026-07-06T09:07:42.829" v="937" actId="164"/>
          <ac:spMkLst>
            <pc:docMk/>
            <pc:sldMk cId="333356922" sldId="256"/>
            <ac:spMk id="95" creationId="{4FECC7F8-8DDD-E18F-F5C7-835C5D18917F}"/>
          </ac:spMkLst>
        </pc:spChg>
        <pc:spChg chg="mod topLvl">
          <ac:chgData name="Zihao Viston Wang" userId="bb38f0bb24686ff5" providerId="LiveId" clId="{624A8E29-C0AB-51FB-8E4A-8A86974DAEAD}" dt="2026-07-06T09:07:42.829" v="937" actId="164"/>
          <ac:spMkLst>
            <pc:docMk/>
            <pc:sldMk cId="333356922" sldId="256"/>
            <ac:spMk id="100" creationId="{D36683D6-A59B-D771-AF19-29ECD329BD8B}"/>
          </ac:spMkLst>
        </pc:spChg>
        <pc:spChg chg="mod topLvl">
          <ac:chgData name="Zihao Viston Wang" userId="bb38f0bb24686ff5" providerId="LiveId" clId="{624A8E29-C0AB-51FB-8E4A-8A86974DAEAD}" dt="2026-07-06T09:07:42.829" v="937" actId="164"/>
          <ac:spMkLst>
            <pc:docMk/>
            <pc:sldMk cId="333356922" sldId="256"/>
            <ac:spMk id="114" creationId="{303CAF3C-365B-A0E6-FF95-D77E75F0614D}"/>
          </ac:spMkLst>
        </pc:spChg>
        <pc:spChg chg="mod topLvl">
          <ac:chgData name="Zihao Viston Wang" userId="bb38f0bb24686ff5" providerId="LiveId" clId="{624A8E29-C0AB-51FB-8E4A-8A86974DAEAD}" dt="2026-07-06T09:07:42.829" v="937" actId="164"/>
          <ac:spMkLst>
            <pc:docMk/>
            <pc:sldMk cId="333356922" sldId="256"/>
            <ac:spMk id="121" creationId="{A4D1CBB8-43A6-ED88-98FE-49A141236F10}"/>
          </ac:spMkLst>
        </pc:spChg>
        <pc:spChg chg="mod topLvl">
          <ac:chgData name="Zihao Viston Wang" userId="bb38f0bb24686ff5" providerId="LiveId" clId="{624A8E29-C0AB-51FB-8E4A-8A86974DAEAD}" dt="2026-07-06T09:07:42.829" v="937" actId="164"/>
          <ac:spMkLst>
            <pc:docMk/>
            <pc:sldMk cId="333356922" sldId="256"/>
            <ac:spMk id="130" creationId="{D0A2469A-A542-07B2-1A72-9B6D92692F23}"/>
          </ac:spMkLst>
        </pc:spChg>
        <pc:spChg chg="mod topLvl">
          <ac:chgData name="Zihao Viston Wang" userId="bb38f0bb24686ff5" providerId="LiveId" clId="{624A8E29-C0AB-51FB-8E4A-8A86974DAEAD}" dt="2026-07-06T09:07:42.829" v="937" actId="164"/>
          <ac:spMkLst>
            <pc:docMk/>
            <pc:sldMk cId="333356922" sldId="256"/>
            <ac:spMk id="132" creationId="{0700A8A5-68E8-2038-FFF2-695F23534178}"/>
          </ac:spMkLst>
        </pc:spChg>
        <pc:spChg chg="mod topLvl">
          <ac:chgData name="Zihao Viston Wang" userId="bb38f0bb24686ff5" providerId="LiveId" clId="{624A8E29-C0AB-51FB-8E4A-8A86974DAEAD}" dt="2026-07-06T09:07:42.829" v="937" actId="164"/>
          <ac:spMkLst>
            <pc:docMk/>
            <pc:sldMk cId="333356922" sldId="256"/>
            <ac:spMk id="148" creationId="{588CD81A-EBE5-F650-0647-CF07B883CE23}"/>
          </ac:spMkLst>
        </pc:spChg>
        <pc:spChg chg="mod topLvl">
          <ac:chgData name="Zihao Viston Wang" userId="bb38f0bb24686ff5" providerId="LiveId" clId="{624A8E29-C0AB-51FB-8E4A-8A86974DAEAD}" dt="2026-07-06T09:07:42.829" v="937" actId="164"/>
          <ac:spMkLst>
            <pc:docMk/>
            <pc:sldMk cId="333356922" sldId="256"/>
            <ac:spMk id="156" creationId="{402CD5BD-6929-0009-256C-CE11019254E0}"/>
          </ac:spMkLst>
        </pc:spChg>
        <pc:spChg chg="mod topLvl">
          <ac:chgData name="Zihao Viston Wang" userId="bb38f0bb24686ff5" providerId="LiveId" clId="{624A8E29-C0AB-51FB-8E4A-8A86974DAEAD}" dt="2026-07-06T09:07:42.829" v="937" actId="164"/>
          <ac:spMkLst>
            <pc:docMk/>
            <pc:sldMk cId="333356922" sldId="256"/>
            <ac:spMk id="162" creationId="{6778955A-4814-046A-650F-24AC5D48E585}"/>
          </ac:spMkLst>
        </pc:spChg>
        <pc:picChg chg="add del mod">
          <ac:chgData name="Zihao Viston Wang" userId="bb38f0bb24686ff5" providerId="LiveId" clId="{624A8E29-C0AB-51FB-8E4A-8A86974DAEAD}" dt="2026-07-06T09:02:28.811" v="855" actId="478"/>
          <ac:picMkLst>
            <pc:docMk/>
            <pc:sldMk cId="333356922" sldId="256"/>
            <ac:picMk id="2" creationId="{B28AC28F-24EF-959B-66A1-B9EA9638D025}"/>
          </ac:picMkLst>
        </pc:picChg>
        <pc:picChg chg="add del mod modCrop">
          <ac:chgData name="Zihao Viston Wang" userId="bb38f0bb24686ff5" providerId="LiveId" clId="{624A8E29-C0AB-51FB-8E4A-8A86974DAEAD}" dt="2026-07-06T09:02:33.827" v="856" actId="478"/>
          <ac:picMkLst>
            <pc:docMk/>
            <pc:sldMk cId="333356922" sldId="256"/>
            <ac:picMk id="4" creationId="{41FF5429-6DE1-A45F-6C85-875EB5FC3C61}"/>
          </ac:picMkLst>
        </pc:picChg>
        <pc:picChg chg="add mod">
          <ac:chgData name="Zihao Viston Wang" userId="bb38f0bb24686ff5" providerId="LiveId" clId="{624A8E29-C0AB-51FB-8E4A-8A86974DAEAD}" dt="2026-07-06T09:03:54.429" v="886" actId="14100"/>
          <ac:picMkLst>
            <pc:docMk/>
            <pc:sldMk cId="333356922" sldId="256"/>
            <ac:picMk id="5" creationId="{2DF35F2C-6704-3E6F-E7E5-265794FF71B1}"/>
          </ac:picMkLst>
        </pc:picChg>
        <pc:picChg chg="mod">
          <ac:chgData name="Zihao Viston Wang" userId="bb38f0bb24686ff5" providerId="LiveId" clId="{624A8E29-C0AB-51FB-8E4A-8A86974DAEAD}" dt="2026-07-06T09:01:50.146" v="852" actId="108"/>
          <ac:picMkLst>
            <pc:docMk/>
            <pc:sldMk cId="333356922" sldId="256"/>
            <ac:picMk id="107" creationId="{94A8FACC-7544-0856-FA63-58799CE76F94}"/>
          </ac:picMkLst>
        </pc:picChg>
        <pc:cxnChg chg="mod">
          <ac:chgData name="Zihao Viston Wang" userId="bb38f0bb24686ff5" providerId="LiveId" clId="{624A8E29-C0AB-51FB-8E4A-8A86974DAEAD}" dt="2026-07-06T09:03:08.254" v="863" actId="166"/>
          <ac:cxnSpMkLst>
            <pc:docMk/>
            <pc:sldMk cId="333356922" sldId="256"/>
            <ac:cxnSpMk id="91" creationId="{EF169605-6BCA-1228-A209-34E7F0B7503B}"/>
          </ac:cxnSpMkLst>
        </pc:cxnChg>
        <pc:cxnChg chg="mod">
          <ac:chgData name="Zihao Viston Wang" userId="bb38f0bb24686ff5" providerId="LiveId" clId="{624A8E29-C0AB-51FB-8E4A-8A86974DAEAD}" dt="2026-06-07T10:33:40.709" v="725" actId="14100"/>
          <ac:cxnSpMkLst>
            <pc:docMk/>
            <pc:sldMk cId="333356922" sldId="256"/>
            <ac:cxnSpMk id="96" creationId="{2575A347-7589-F295-98B7-9C937F048683}"/>
          </ac:cxnSpMkLst>
        </pc:cxnChg>
        <pc:cxnChg chg="mod">
          <ac:chgData name="Zihao Viston Wang" userId="bb38f0bb24686ff5" providerId="LiveId" clId="{624A8E29-C0AB-51FB-8E4A-8A86974DAEAD}" dt="2026-06-07T10:34:33.998" v="777" actId="14100"/>
          <ac:cxnSpMkLst>
            <pc:docMk/>
            <pc:sldMk cId="333356922" sldId="256"/>
            <ac:cxnSpMk id="101" creationId="{C584822C-6C04-38E6-6210-E4804744A63B}"/>
          </ac:cxnSpMkLst>
        </pc:cxnChg>
        <pc:cxnChg chg="mod">
          <ac:chgData name="Zihao Viston Wang" userId="bb38f0bb24686ff5" providerId="LiveId" clId="{624A8E29-C0AB-51FB-8E4A-8A86974DAEAD}" dt="2026-06-07T10:34:08.332" v="761" actId="14100"/>
          <ac:cxnSpMkLst>
            <pc:docMk/>
            <pc:sldMk cId="333356922" sldId="256"/>
            <ac:cxnSpMk id="133" creationId="{B4F80F3B-6B12-A477-80AF-BC2FCD302367}"/>
          </ac:cxnSpMkLst>
        </pc:cxnChg>
        <pc:cxnChg chg="mod">
          <ac:chgData name="Zihao Viston Wang" userId="bb38f0bb24686ff5" providerId="LiveId" clId="{624A8E29-C0AB-51FB-8E4A-8A86974DAEAD}" dt="2026-06-07T10:34:22.734" v="768" actId="14100"/>
          <ac:cxnSpMkLst>
            <pc:docMk/>
            <pc:sldMk cId="333356922" sldId="256"/>
            <ac:cxnSpMk id="138" creationId="{A2CB1E6F-2323-694D-A086-DBF6AB34038D}"/>
          </ac:cxnSpMkLst>
        </pc:cxnChg>
      </pc:sldChg>
      <pc:sldChg chg="addSp delSp modSp mod setBg">
        <pc:chgData name="Zihao Viston Wang" userId="bb38f0bb24686ff5" providerId="LiveId" clId="{624A8E29-C0AB-51FB-8E4A-8A86974DAEAD}" dt="2026-07-06T09:08:41.541" v="938" actId="164"/>
        <pc:sldMkLst>
          <pc:docMk/>
          <pc:sldMk cId="1547542409" sldId="258"/>
        </pc:sldMkLst>
        <pc:spChg chg="mod topLvl">
          <ac:chgData name="Zihao Viston Wang" userId="bb38f0bb24686ff5" providerId="LiveId" clId="{624A8E29-C0AB-51FB-8E4A-8A86974DAEAD}" dt="2026-06-07T10:36:10.071" v="832" actId="164"/>
          <ac:spMkLst>
            <pc:docMk/>
            <pc:sldMk cId="1547542409" sldId="258"/>
            <ac:spMk id="21" creationId="{5C1BC332-1F69-6FFF-2FE9-E7C75526BF85}"/>
          </ac:spMkLst>
        </pc:spChg>
        <pc:spChg chg="mod topLvl">
          <ac:chgData name="Zihao Viston Wang" userId="bb38f0bb24686ff5" providerId="LiveId" clId="{624A8E29-C0AB-51FB-8E4A-8A86974DAEAD}" dt="2026-06-07T10:36:10.071" v="832" actId="164"/>
          <ac:spMkLst>
            <pc:docMk/>
            <pc:sldMk cId="1547542409" sldId="258"/>
            <ac:spMk id="40" creationId="{25378701-7E65-7E82-BBF4-727FE91491D0}"/>
          </ac:spMkLst>
        </pc:spChg>
        <pc:spChg chg="mod topLvl">
          <ac:chgData name="Zihao Viston Wang" userId="bb38f0bb24686ff5" providerId="LiveId" clId="{624A8E29-C0AB-51FB-8E4A-8A86974DAEAD}" dt="2026-06-07T10:36:10.071" v="832" actId="164"/>
          <ac:spMkLst>
            <pc:docMk/>
            <pc:sldMk cId="1547542409" sldId="258"/>
            <ac:spMk id="44" creationId="{229C2A88-878E-31A0-D93F-B0E7A1CAEB54}"/>
          </ac:spMkLst>
        </pc:spChg>
        <pc:spChg chg="mod topLvl">
          <ac:chgData name="Zihao Viston Wang" userId="bb38f0bb24686ff5" providerId="LiveId" clId="{624A8E29-C0AB-51FB-8E4A-8A86974DAEAD}" dt="2026-06-07T10:36:10.071" v="832" actId="164"/>
          <ac:spMkLst>
            <pc:docMk/>
            <pc:sldMk cId="1547542409" sldId="258"/>
            <ac:spMk id="46" creationId="{D7558A28-AA33-83E8-74F6-6AD920574596}"/>
          </ac:spMkLst>
        </pc:spChg>
        <pc:spChg chg="mod">
          <ac:chgData name="Zihao Viston Wang" userId="bb38f0bb24686ff5" providerId="LiveId" clId="{624A8E29-C0AB-51FB-8E4A-8A86974DAEAD}" dt="2026-06-07T10:30:24.076" v="532" actId="1035"/>
          <ac:spMkLst>
            <pc:docMk/>
            <pc:sldMk cId="1547542409" sldId="258"/>
            <ac:spMk id="57" creationId="{917BA7E7-527B-DEB0-1F72-3982855C22CB}"/>
          </ac:spMkLst>
        </pc:spChg>
        <pc:spChg chg="mod topLvl">
          <ac:chgData name="Zihao Viston Wang" userId="bb38f0bb24686ff5" providerId="LiveId" clId="{624A8E29-C0AB-51FB-8E4A-8A86974DAEAD}" dt="2026-06-07T10:36:10.071" v="832" actId="164"/>
          <ac:spMkLst>
            <pc:docMk/>
            <pc:sldMk cId="1547542409" sldId="258"/>
            <ac:spMk id="79" creationId="{911E7BB7-5502-050E-E833-CA3669D16C29}"/>
          </ac:spMkLst>
        </pc:spChg>
        <pc:spChg chg="mod topLvl">
          <ac:chgData name="Zihao Viston Wang" userId="bb38f0bb24686ff5" providerId="LiveId" clId="{624A8E29-C0AB-51FB-8E4A-8A86974DAEAD}" dt="2026-07-06T09:08:41.541" v="938" actId="164"/>
          <ac:spMkLst>
            <pc:docMk/>
            <pc:sldMk cId="1547542409" sldId="258"/>
            <ac:spMk id="95" creationId="{2C45279F-D51D-A527-3A48-16E8971464D5}"/>
          </ac:spMkLst>
        </pc:spChg>
        <pc:spChg chg="mod topLvl">
          <ac:chgData name="Zihao Viston Wang" userId="bb38f0bb24686ff5" providerId="LiveId" clId="{624A8E29-C0AB-51FB-8E4A-8A86974DAEAD}" dt="2026-07-06T09:08:41.541" v="938" actId="164"/>
          <ac:spMkLst>
            <pc:docMk/>
            <pc:sldMk cId="1547542409" sldId="258"/>
            <ac:spMk id="100" creationId="{9F35ECDB-3798-53CC-0B3B-6251C1F733A6}"/>
          </ac:spMkLst>
        </pc:spChg>
        <pc:spChg chg="mod topLvl">
          <ac:chgData name="Zihao Viston Wang" userId="bb38f0bb24686ff5" providerId="LiveId" clId="{624A8E29-C0AB-51FB-8E4A-8A86974DAEAD}" dt="2026-07-06T09:08:41.541" v="938" actId="164"/>
          <ac:spMkLst>
            <pc:docMk/>
            <pc:sldMk cId="1547542409" sldId="258"/>
            <ac:spMk id="114" creationId="{ABFC6FEA-1F5A-9C35-E3A8-F96E40C04DB8}"/>
          </ac:spMkLst>
        </pc:spChg>
        <pc:spChg chg="mod topLvl">
          <ac:chgData name="Zihao Viston Wang" userId="bb38f0bb24686ff5" providerId="LiveId" clId="{624A8E29-C0AB-51FB-8E4A-8A86974DAEAD}" dt="2026-07-06T09:08:41.541" v="938" actId="164"/>
          <ac:spMkLst>
            <pc:docMk/>
            <pc:sldMk cId="1547542409" sldId="258"/>
            <ac:spMk id="121" creationId="{C86F10DA-B136-8EC8-D648-5DD9DE57FFCC}"/>
          </ac:spMkLst>
        </pc:spChg>
        <pc:spChg chg="mod topLvl">
          <ac:chgData name="Zihao Viston Wang" userId="bb38f0bb24686ff5" providerId="LiveId" clId="{624A8E29-C0AB-51FB-8E4A-8A86974DAEAD}" dt="2026-07-06T09:08:41.541" v="938" actId="164"/>
          <ac:spMkLst>
            <pc:docMk/>
            <pc:sldMk cId="1547542409" sldId="258"/>
            <ac:spMk id="130" creationId="{F60D0070-7A30-9D8B-3575-EFF11D913C75}"/>
          </ac:spMkLst>
        </pc:spChg>
        <pc:spChg chg="mod topLvl">
          <ac:chgData name="Zihao Viston Wang" userId="bb38f0bb24686ff5" providerId="LiveId" clId="{624A8E29-C0AB-51FB-8E4A-8A86974DAEAD}" dt="2026-07-06T09:08:41.541" v="938" actId="164"/>
          <ac:spMkLst>
            <pc:docMk/>
            <pc:sldMk cId="1547542409" sldId="258"/>
            <ac:spMk id="132" creationId="{D3DA2F39-3C0A-96BA-7808-EEA1D741A49C}"/>
          </ac:spMkLst>
        </pc:spChg>
        <pc:spChg chg="mod topLvl">
          <ac:chgData name="Zihao Viston Wang" userId="bb38f0bb24686ff5" providerId="LiveId" clId="{624A8E29-C0AB-51FB-8E4A-8A86974DAEAD}" dt="2026-07-06T09:08:41.541" v="938" actId="164"/>
          <ac:spMkLst>
            <pc:docMk/>
            <pc:sldMk cId="1547542409" sldId="258"/>
            <ac:spMk id="148" creationId="{7690AD36-6B22-977C-FC88-E798AA1DA8E3}"/>
          </ac:spMkLst>
        </pc:spChg>
        <pc:spChg chg="mod topLvl">
          <ac:chgData name="Zihao Viston Wang" userId="bb38f0bb24686ff5" providerId="LiveId" clId="{624A8E29-C0AB-51FB-8E4A-8A86974DAEAD}" dt="2026-07-06T09:08:41.541" v="938" actId="164"/>
          <ac:spMkLst>
            <pc:docMk/>
            <pc:sldMk cId="1547542409" sldId="258"/>
            <ac:spMk id="156" creationId="{FFB5EE87-060B-090C-E46E-11B21CC35AC9}"/>
          </ac:spMkLst>
        </pc:spChg>
        <pc:spChg chg="mod topLvl">
          <ac:chgData name="Zihao Viston Wang" userId="bb38f0bb24686ff5" providerId="LiveId" clId="{624A8E29-C0AB-51FB-8E4A-8A86974DAEAD}" dt="2026-07-06T09:08:41.541" v="938" actId="164"/>
          <ac:spMkLst>
            <pc:docMk/>
            <pc:sldMk cId="1547542409" sldId="258"/>
            <ac:spMk id="162" creationId="{1031C39A-5B31-AD31-751D-863FD8DBA28B}"/>
          </ac:spMkLst>
        </pc:spChg>
        <pc:spChg chg="mod topLvl">
          <ac:chgData name="Zihao Viston Wang" userId="bb38f0bb24686ff5" providerId="LiveId" clId="{624A8E29-C0AB-51FB-8E4A-8A86974DAEAD}" dt="2026-07-06T09:08:41.541" v="938" actId="164"/>
          <ac:spMkLst>
            <pc:docMk/>
            <pc:sldMk cId="1547542409" sldId="258"/>
            <ac:spMk id="163" creationId="{66129CBA-1CCC-9DA7-573E-0AC281B7519C}"/>
          </ac:spMkLst>
        </pc:spChg>
        <pc:picChg chg="add mod">
          <ac:chgData name="Zihao Viston Wang" userId="bb38f0bb24686ff5" providerId="LiveId" clId="{624A8E29-C0AB-51FB-8E4A-8A86974DAEAD}" dt="2026-07-06T09:04:05.962" v="887"/>
          <ac:picMkLst>
            <pc:docMk/>
            <pc:sldMk cId="1547542409" sldId="258"/>
            <ac:picMk id="2" creationId="{6358BA2D-DC20-E93D-C7DD-B501F04DAA72}"/>
          </ac:picMkLst>
        </pc:picChg>
        <pc:picChg chg="add mod">
          <ac:chgData name="Zihao Viston Wang" userId="bb38f0bb24686ff5" providerId="LiveId" clId="{624A8E29-C0AB-51FB-8E4A-8A86974DAEAD}" dt="2026-06-07T10:22:22.569" v="280"/>
          <ac:picMkLst>
            <pc:docMk/>
            <pc:sldMk cId="1547542409" sldId="258"/>
            <ac:picMk id="3" creationId="{EAAA91B4-518E-60CC-8033-ED0939B8D295}"/>
          </ac:picMkLst>
        </pc:picChg>
        <pc:cxnChg chg="mod">
          <ac:chgData name="Zihao Viston Wang" userId="bb38f0bb24686ff5" providerId="LiveId" clId="{624A8E29-C0AB-51FB-8E4A-8A86974DAEAD}" dt="2026-06-07T10:30:12.463" v="524" actId="14100"/>
          <ac:cxnSpMkLst>
            <pc:docMk/>
            <pc:sldMk cId="1547542409" sldId="258"/>
            <ac:cxnSpMk id="16" creationId="{33A52804-A982-32B9-98E1-23DCCAC42C93}"/>
          </ac:cxnSpMkLst>
        </pc:cxnChg>
        <pc:cxnChg chg="mod">
          <ac:chgData name="Zihao Viston Wang" userId="bb38f0bb24686ff5" providerId="LiveId" clId="{624A8E29-C0AB-51FB-8E4A-8A86974DAEAD}" dt="2026-06-07T10:30:07.950" v="523" actId="14100"/>
          <ac:cxnSpMkLst>
            <pc:docMk/>
            <pc:sldMk cId="1547542409" sldId="258"/>
            <ac:cxnSpMk id="34" creationId="{FEF19E5D-A8BE-4251-A8A2-015F049B5255}"/>
          </ac:cxnSpMkLst>
        </pc:cxnChg>
        <pc:cxnChg chg="mod">
          <ac:chgData name="Zihao Viston Wang" userId="bb38f0bb24686ff5" providerId="LiveId" clId="{624A8E29-C0AB-51FB-8E4A-8A86974DAEAD}" dt="2026-06-07T10:29:51.006" v="522" actId="14100"/>
          <ac:cxnSpMkLst>
            <pc:docMk/>
            <pc:sldMk cId="1547542409" sldId="258"/>
            <ac:cxnSpMk id="42" creationId="{02D1E283-6E5B-B0AF-51F7-547DBA8EFA51}"/>
          </ac:cxnSpMkLst>
        </pc:cxnChg>
        <pc:cxnChg chg="mod">
          <ac:chgData name="Zihao Viston Wang" userId="bb38f0bb24686ff5" providerId="LiveId" clId="{624A8E29-C0AB-51FB-8E4A-8A86974DAEAD}" dt="2026-06-07T10:29:47.509" v="521" actId="14100"/>
          <ac:cxnSpMkLst>
            <pc:docMk/>
            <pc:sldMk cId="1547542409" sldId="258"/>
            <ac:cxnSpMk id="45" creationId="{C5648FE9-4F55-25B9-46FA-9F816C596E62}"/>
          </ac:cxnSpMkLst>
        </pc:cxnChg>
        <pc:cxnChg chg="mod">
          <ac:chgData name="Zihao Viston Wang" userId="bb38f0bb24686ff5" providerId="LiveId" clId="{624A8E29-C0AB-51FB-8E4A-8A86974DAEAD}" dt="2026-06-07T10:22:34.544" v="281" actId="166"/>
          <ac:cxnSpMkLst>
            <pc:docMk/>
            <pc:sldMk cId="1547542409" sldId="258"/>
            <ac:cxnSpMk id="71" creationId="{32863922-AA86-D90D-C617-AA0C70EA8C94}"/>
          </ac:cxnSpMkLst>
        </pc:cxnChg>
        <pc:cxnChg chg="mod">
          <ac:chgData name="Zihao Viston Wang" userId="bb38f0bb24686ff5" providerId="LiveId" clId="{624A8E29-C0AB-51FB-8E4A-8A86974DAEAD}" dt="2026-06-07T10:22:34.544" v="281" actId="166"/>
          <ac:cxnSpMkLst>
            <pc:docMk/>
            <pc:sldMk cId="1547542409" sldId="258"/>
            <ac:cxnSpMk id="78" creationId="{DE1935D8-3055-6B05-FE2B-47988569AD20}"/>
          </ac:cxnSpMkLst>
        </pc:cxnChg>
        <pc:cxnChg chg="mod">
          <ac:chgData name="Zihao Viston Wang" userId="bb38f0bb24686ff5" providerId="LiveId" clId="{624A8E29-C0AB-51FB-8E4A-8A86974DAEAD}" dt="2026-07-06T09:04:34.875" v="891" actId="166"/>
          <ac:cxnSpMkLst>
            <pc:docMk/>
            <pc:sldMk cId="1547542409" sldId="258"/>
            <ac:cxnSpMk id="91" creationId="{9B7824B4-D3E4-597B-37ED-BBAA321E16DF}"/>
          </ac:cxnSpMkLst>
        </pc:cxnChg>
        <pc:cxnChg chg="mod">
          <ac:chgData name="Zihao Viston Wang" userId="bb38f0bb24686ff5" providerId="LiveId" clId="{624A8E29-C0AB-51FB-8E4A-8A86974DAEAD}" dt="2026-06-07T10:27:38.537" v="399" actId="554"/>
          <ac:cxnSpMkLst>
            <pc:docMk/>
            <pc:sldMk cId="1547542409" sldId="258"/>
            <ac:cxnSpMk id="96" creationId="{2AEBE6DE-E151-02D5-F89C-8E0E9C9044F5}"/>
          </ac:cxnSpMkLst>
        </pc:cxnChg>
        <pc:cxnChg chg="mod">
          <ac:chgData name="Zihao Viston Wang" userId="bb38f0bb24686ff5" providerId="LiveId" clId="{624A8E29-C0AB-51FB-8E4A-8A86974DAEAD}" dt="2026-06-07T10:27:38.537" v="399" actId="554"/>
          <ac:cxnSpMkLst>
            <pc:docMk/>
            <pc:sldMk cId="1547542409" sldId="258"/>
            <ac:cxnSpMk id="101" creationId="{FC7ED45F-D113-A117-C73A-89B5BCC8A86B}"/>
          </ac:cxnSpMkLst>
        </pc:cxnChg>
        <pc:cxnChg chg="mod">
          <ac:chgData name="Zihao Viston Wang" userId="bb38f0bb24686ff5" providerId="LiveId" clId="{624A8E29-C0AB-51FB-8E4A-8A86974DAEAD}" dt="2026-06-07T10:31:00.556" v="561" actId="14100"/>
          <ac:cxnSpMkLst>
            <pc:docMk/>
            <pc:sldMk cId="1547542409" sldId="258"/>
            <ac:cxnSpMk id="110" creationId="{E9A3A1CC-0E03-23D0-1B6D-2A5996A5F20C}"/>
          </ac:cxnSpMkLst>
        </pc:cxnChg>
        <pc:cxnChg chg="mod">
          <ac:chgData name="Zihao Viston Wang" userId="bb38f0bb24686ff5" providerId="LiveId" clId="{624A8E29-C0AB-51FB-8E4A-8A86974DAEAD}" dt="2026-06-07T10:31:15.928" v="563" actId="14100"/>
          <ac:cxnSpMkLst>
            <pc:docMk/>
            <pc:sldMk cId="1547542409" sldId="258"/>
            <ac:cxnSpMk id="116" creationId="{B389B17F-A6A0-4AD7-CA18-110199B56404}"/>
          </ac:cxnSpMkLst>
        </pc:cxnChg>
        <pc:cxnChg chg="mod">
          <ac:chgData name="Zihao Viston Wang" userId="bb38f0bb24686ff5" providerId="LiveId" clId="{624A8E29-C0AB-51FB-8E4A-8A86974DAEAD}" dt="2026-06-07T10:31:08.689" v="562" actId="14100"/>
          <ac:cxnSpMkLst>
            <pc:docMk/>
            <pc:sldMk cId="1547542409" sldId="258"/>
            <ac:cxnSpMk id="125" creationId="{08E29C9F-2290-EC42-E9B6-85C85CFC804E}"/>
          </ac:cxnSpMkLst>
        </pc:cxnChg>
        <pc:cxnChg chg="mod">
          <ac:chgData name="Zihao Viston Wang" userId="bb38f0bb24686ff5" providerId="LiveId" clId="{624A8E29-C0AB-51FB-8E4A-8A86974DAEAD}" dt="2026-06-07T10:27:38.537" v="399" actId="554"/>
          <ac:cxnSpMkLst>
            <pc:docMk/>
            <pc:sldMk cId="1547542409" sldId="258"/>
            <ac:cxnSpMk id="133" creationId="{383399E7-0A8B-B5F3-8CAD-E4AB6C23D595}"/>
          </ac:cxnSpMkLst>
        </pc:cxnChg>
        <pc:cxnChg chg="mod">
          <ac:chgData name="Zihao Viston Wang" userId="bb38f0bb24686ff5" providerId="LiveId" clId="{624A8E29-C0AB-51FB-8E4A-8A86974DAEAD}" dt="2026-06-07T10:27:38.537" v="399" actId="554"/>
          <ac:cxnSpMkLst>
            <pc:docMk/>
            <pc:sldMk cId="1547542409" sldId="258"/>
            <ac:cxnSpMk id="138" creationId="{5B05E6EA-4C33-697C-3B34-833C7E2DB7CE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656DED-251E-404A-A174-6D96B007F581}" type="datetimeFigureOut">
              <a:rPr kumimoji="1" lang="zh-CN" altLang="en-US" smtClean="0"/>
              <a:t>2026/7/6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A2B47-51C1-2F4A-990B-3D16120A9E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0462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A2B47-51C1-2F4A-990B-3D16120A9EA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7216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ADE228-65CF-7096-41B8-D959D5CC3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49F220-BBD1-817F-3B9B-081B05E4B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8D143C-4617-D316-53BD-7C7CDEB8E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91346-5DF8-1F46-A428-6312BC22D0EA}" type="datetimeFigureOut">
              <a:rPr kumimoji="1" lang="zh-CN" altLang="en-US" smtClean="0"/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C4DECA-5F68-D5FD-F7F9-26E64901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6F4169-12AA-4890-C173-123D3C620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0C33C-D761-E947-9E66-AB5DD2AED2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5545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883171-1939-6387-2C5D-6F326B0A6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2459F6-1B5F-8E99-9C41-764383490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55E22F-541F-A04C-8A83-7C8635840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91346-5DF8-1F46-A428-6312BC22D0EA}" type="datetimeFigureOut">
              <a:rPr kumimoji="1" lang="zh-CN" altLang="en-US" smtClean="0"/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2E87FA-4037-8CDB-F68F-6B1A2B90A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089A74-2082-A815-B8FA-763BFD231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0C33C-D761-E947-9E66-AB5DD2AED2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7083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38DC78-C464-234B-8620-56C2522F5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7CAFB2-710D-DC64-57FE-8070CC65A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FB19DC-90B7-BE59-9DF4-DD303BD45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91346-5DF8-1F46-A428-6312BC22D0EA}" type="datetimeFigureOut">
              <a:rPr kumimoji="1" lang="zh-CN" altLang="en-US" smtClean="0"/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55D672-2A7B-1D59-EDEB-AEDB16ADC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7AF4B9-A3CC-D2F3-9AD5-57D4ECE1B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0C33C-D761-E947-9E66-AB5DD2AED2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0704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5C57BB-E1AC-AEF9-13B8-C596EF510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A04D78-C886-13FD-5EC1-6898DD83B6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A5B225-D57D-3AF6-E2FC-231A0B1CB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AF544D-F066-7B5D-B5A8-54BCCD3E4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91346-5DF8-1F46-A428-6312BC22D0EA}" type="datetimeFigureOut">
              <a:rPr kumimoji="1" lang="zh-CN" altLang="en-US" smtClean="0"/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E09151-60E8-80A8-5303-3522622A2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9B2A7A-8AA5-8E1E-129C-9F2EACC31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0C33C-D761-E947-9E66-AB5DD2AED2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1800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6DB4CF-1D29-37BF-CD7D-EA1490D20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628329-6802-0AD4-7FA2-B7A603E40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97C54F-589B-2044-3759-47503807A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01E4BF4-5ACA-3429-05B2-C8F6B870A4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A1E5CC0-B43A-0548-B95E-4C4334EA2F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05F92EE-66E3-3651-A0AF-CD62EF3A7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91346-5DF8-1F46-A428-6312BC22D0EA}" type="datetimeFigureOut">
              <a:rPr kumimoji="1" lang="zh-CN" altLang="en-US" smtClean="0"/>
              <a:t>2026/7/6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6E0E82A-4776-2F65-BC76-56B1FF05F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9878828-CF61-9905-F229-13CD4DFEE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0C33C-D761-E947-9E66-AB5DD2AED2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3643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DE173C-F4B5-F00E-273F-9C682F3A5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F3E9AA5-9BB9-9003-9ABA-16657A4D4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91346-5DF8-1F46-A428-6312BC22D0EA}" type="datetimeFigureOut">
              <a:rPr kumimoji="1" lang="zh-CN" altLang="en-US" smtClean="0"/>
              <a:t>2026/7/6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BBEE03-960E-391D-5C73-FD0A2248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C108DD0-3F38-6D5F-D7C8-82A1ECFCB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0C33C-D761-E947-9E66-AB5DD2AED2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4403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E8B132E-D295-1918-E07C-BD40A796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91346-5DF8-1F46-A428-6312BC22D0EA}" type="datetimeFigureOut">
              <a:rPr kumimoji="1" lang="zh-CN" altLang="en-US" smtClean="0"/>
              <a:t>2026/7/6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E9DE906-C369-2940-EF87-AD7AA0D87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A4EBAD-E1B9-2192-E448-9E1C7FF9A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0C33C-D761-E947-9E66-AB5DD2AED2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7240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A6312-645B-1229-63CB-B5B773666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652D32-9A01-5C25-703A-346C12313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2A7B95-6677-8A34-DD9D-36AE3269C8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798D88-A50A-AB6C-E2B4-F0FCF5984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91346-5DF8-1F46-A428-6312BC22D0EA}" type="datetimeFigureOut">
              <a:rPr kumimoji="1" lang="zh-CN" altLang="en-US" smtClean="0"/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3A33B7-216B-FE0C-72E9-44872EB8C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A96860-6895-FBFC-CDE0-FA68208A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0C33C-D761-E947-9E66-AB5DD2AED2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16684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06368B-387D-6E26-65ED-B81DF0B81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B7E5BFC-A1CB-31D0-FE39-7CDEBB141E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CC7738-3334-EAE1-0C68-33A91F073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B0693E-FF6E-FB23-F449-A8E24B465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91346-5DF8-1F46-A428-6312BC22D0EA}" type="datetimeFigureOut">
              <a:rPr kumimoji="1" lang="zh-CN" altLang="en-US" smtClean="0"/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695E01-23B6-2602-3DC9-83911E6A6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F89297-1425-8614-0228-16952A38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0C33C-D761-E947-9E66-AB5DD2AED2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5891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FCE908-CE99-9B64-D709-0A21F2143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5E399C-E3C7-2850-5301-D6CC31E85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84FFC0-252D-DE4E-1AEA-D6D709DBC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91346-5DF8-1F46-A428-6312BC22D0EA}" type="datetimeFigureOut">
              <a:rPr kumimoji="1" lang="zh-CN" altLang="en-US" smtClean="0"/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A24A97-8816-506D-2B63-0FEC6EF00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25FD0C-5384-7AB3-CAD7-2AF4E173F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0C33C-D761-E947-9E66-AB5DD2AED2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7822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E84B567-BEA4-B02A-5281-159563E41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837908-0084-1F87-39D7-D05A740AC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2EA98D-2E8E-BC55-C99F-E75B7129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91346-5DF8-1F46-A428-6312BC22D0EA}" type="datetimeFigureOut">
              <a:rPr kumimoji="1" lang="zh-CN" altLang="en-US" smtClean="0"/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F99574-A386-412A-477D-E6415CF62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1E7EA9-96AB-707B-E242-B26B49DBC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0C33C-D761-E947-9E66-AB5DD2AED2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9247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8B36FB5-36E8-0BED-160D-22B479202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19045A-0C9F-89E8-5EC4-FF7BE1973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0C287B-B506-8D31-B83E-51530DAAB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191346-5DF8-1F46-A428-6312BC22D0EA}" type="datetimeFigureOut">
              <a:rPr kumimoji="1" lang="zh-CN" altLang="en-US" smtClean="0"/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8D6E6A-5F1A-61C4-3625-BF1FF44C91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1AE82D-D33D-384A-2E34-9697CA823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30C33C-D761-E947-9E66-AB5DD2AED2D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9224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00A02D6E-0AF4-31B9-E1DF-3D5CF85984F0}"/>
              </a:ext>
            </a:extLst>
          </p:cNvPr>
          <p:cNvGrpSpPr/>
          <p:nvPr/>
        </p:nvGrpSpPr>
        <p:grpSpPr>
          <a:xfrm>
            <a:off x="680977" y="561372"/>
            <a:ext cx="10641071" cy="6117220"/>
            <a:chOff x="680977" y="561372"/>
            <a:chExt cx="10641071" cy="611722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AFEAB8E9-8454-1FFC-BBF3-33F4CFF89C5B}"/>
                </a:ext>
              </a:extLst>
            </p:cNvPr>
            <p:cNvSpPr/>
            <p:nvPr/>
          </p:nvSpPr>
          <p:spPr>
            <a:xfrm>
              <a:off x="680977" y="561372"/>
              <a:ext cx="10641071" cy="61172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b="1">
                <a:solidFill>
                  <a:schemeClr val="tx2">
                    <a:lumMod val="50000"/>
                    <a:lumOff val="50000"/>
                  </a:schemeClr>
                </a:solidFill>
                <a:latin typeface="Maple Mono NF CN" panose="020F0509060000000000" pitchFamily="49" charset="-128"/>
                <a:ea typeface="Maple Mono NF CN" panose="020F0509060000000000" pitchFamily="49" charset="-128"/>
              </a:endParaRPr>
            </a:p>
          </p:txBody>
        </p:sp>
        <p:pic>
          <p:nvPicPr>
            <p:cNvPr id="107" name="图片 106" descr="图形用户界面&#10;&#10;AI 生成的内容可能不正确。">
              <a:extLst>
                <a:ext uri="{FF2B5EF4-FFF2-40B4-BE49-F238E27FC236}">
                  <a16:creationId xmlns:a16="http://schemas.microsoft.com/office/drawing/2014/main" id="{94A8FACC-7544-0856-FA63-58799CE76F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11"/>
            <a:stretch>
              <a:fillRect/>
            </a:stretch>
          </p:blipFill>
          <p:spPr>
            <a:xfrm>
              <a:off x="2209801" y="1206254"/>
              <a:ext cx="7772398" cy="4463899"/>
            </a:xfrm>
            <a:custGeom>
              <a:avLst/>
              <a:gdLst>
                <a:gd name="csX0" fmla="*/ 42003 w 7772398"/>
                <a:gd name="csY0" fmla="*/ 0 h 4463899"/>
                <a:gd name="csX1" fmla="*/ 7730393 w 7772398"/>
                <a:gd name="csY1" fmla="*/ 0 h 4463899"/>
                <a:gd name="csX2" fmla="*/ 7772398 w 7772398"/>
                <a:gd name="csY2" fmla="*/ 42005 h 4463899"/>
                <a:gd name="csX3" fmla="*/ 7772398 w 7772398"/>
                <a:gd name="csY3" fmla="*/ 4421894 h 4463899"/>
                <a:gd name="csX4" fmla="*/ 7730393 w 7772398"/>
                <a:gd name="csY4" fmla="*/ 4463899 h 4463899"/>
                <a:gd name="csX5" fmla="*/ 42003 w 7772398"/>
                <a:gd name="csY5" fmla="*/ 4463899 h 4463899"/>
                <a:gd name="csX6" fmla="*/ 12301 w 7772398"/>
                <a:gd name="csY6" fmla="*/ 4451596 h 4463899"/>
                <a:gd name="csX7" fmla="*/ 0 w 7772398"/>
                <a:gd name="csY7" fmla="*/ 4421899 h 4463899"/>
                <a:gd name="csX8" fmla="*/ 0 w 7772398"/>
                <a:gd name="csY8" fmla="*/ 42000 h 4463899"/>
                <a:gd name="csX9" fmla="*/ 12301 w 7772398"/>
                <a:gd name="csY9" fmla="*/ 12303 h 4463899"/>
                <a:gd name="csX10" fmla="*/ 42003 w 7772398"/>
                <a:gd name="csY10" fmla="*/ 0 h 4463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772398" h="4463899">
                  <a:moveTo>
                    <a:pt x="42003" y="0"/>
                  </a:moveTo>
                  <a:lnTo>
                    <a:pt x="7730393" y="0"/>
                  </a:lnTo>
                  <a:cubicBezTo>
                    <a:pt x="7753592" y="0"/>
                    <a:pt x="7772398" y="18806"/>
                    <a:pt x="7772398" y="42005"/>
                  </a:cubicBezTo>
                  <a:lnTo>
                    <a:pt x="7772398" y="4421894"/>
                  </a:lnTo>
                  <a:cubicBezTo>
                    <a:pt x="7772398" y="4445093"/>
                    <a:pt x="7753592" y="4463899"/>
                    <a:pt x="7730393" y="4463899"/>
                  </a:cubicBezTo>
                  <a:lnTo>
                    <a:pt x="42003" y="4463899"/>
                  </a:lnTo>
                  <a:cubicBezTo>
                    <a:pt x="30404" y="4463899"/>
                    <a:pt x="19902" y="4459198"/>
                    <a:pt x="12301" y="4451596"/>
                  </a:cubicBezTo>
                  <a:lnTo>
                    <a:pt x="0" y="4421899"/>
                  </a:lnTo>
                  <a:lnTo>
                    <a:pt x="0" y="42000"/>
                  </a:lnTo>
                  <a:lnTo>
                    <a:pt x="12301" y="12303"/>
                  </a:lnTo>
                  <a:cubicBezTo>
                    <a:pt x="19902" y="4702"/>
                    <a:pt x="30404" y="0"/>
                    <a:pt x="42003" y="0"/>
                  </a:cubicBezTo>
                  <a:close/>
                </a:path>
              </a:pathLst>
            </a:custGeom>
            <a:ln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outerShdw blurRad="50800" dist="38100" dir="8100000" algn="tr" rotWithShape="0">
                <a:schemeClr val="accent5">
                  <a:lumMod val="60000"/>
                  <a:lumOff val="40000"/>
                  <a:alpha val="40000"/>
                </a:schemeClr>
              </a:outerShdw>
            </a:effectLst>
          </p:spPr>
        </p:pic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02AFE14-0768-5BC0-CDBE-0B7982C4AF19}"/>
                </a:ext>
              </a:extLst>
            </p:cNvPr>
            <p:cNvCxnSpPr>
              <a:cxnSpLocks/>
            </p:cNvCxnSpPr>
            <p:nvPr/>
          </p:nvCxnSpPr>
          <p:spPr>
            <a:xfrm>
              <a:off x="1238250" y="3716762"/>
              <a:ext cx="1504950" cy="0"/>
            </a:xfrm>
            <a:prstGeom prst="line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9F701A2-5158-BB90-CFDB-B192DC37590F}"/>
                </a:ext>
              </a:extLst>
            </p:cNvPr>
            <p:cNvSpPr txBox="1"/>
            <p:nvPr/>
          </p:nvSpPr>
          <p:spPr>
            <a:xfrm>
              <a:off x="720398" y="3162555"/>
              <a:ext cx="1613416" cy="55399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rgbClr val="0070C0"/>
                  </a:solidFill>
                  <a:latin typeface="Maple Mono" panose="020F0509060000000000" pitchFamily="49" charset="0"/>
                  <a:ea typeface="Maple Mono" panose="020F0509060000000000" pitchFamily="49" charset="0"/>
                </a:defRPr>
              </a:lvl1pPr>
            </a:lstStyle>
            <a:p>
              <a:r>
                <a:rPr lang="en" altLang="zh-CN" dirty="0"/>
                <a:t>Smart Outline </a:t>
              </a:r>
              <a:r>
                <a:rPr lang="en-US" altLang="zh-CN" dirty="0"/>
                <a:t>&amp;</a:t>
              </a:r>
              <a:r>
                <a:rPr lang="zh-CN" altLang="en-US" dirty="0"/>
                <a:t> </a:t>
              </a:r>
              <a:endParaRPr lang="en-US" altLang="zh-CN" dirty="0"/>
            </a:p>
            <a:p>
              <a:r>
                <a:rPr lang="en" altLang="zh-CN" dirty="0"/>
                <a:t>Structural Navigation</a:t>
              </a:r>
              <a:endParaRPr lang="zh-CN" altLang="en-US" dirty="0"/>
            </a:p>
          </p:txBody>
        </p:sp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7EFDCBCB-DF99-BE85-BEB3-4F7167972C43}"/>
                </a:ext>
              </a:extLst>
            </p:cNvPr>
            <p:cNvCxnSpPr>
              <a:cxnSpLocks/>
            </p:cNvCxnSpPr>
            <p:nvPr/>
          </p:nvCxnSpPr>
          <p:spPr>
            <a:xfrm>
              <a:off x="3218337" y="3032125"/>
              <a:ext cx="388463" cy="523875"/>
            </a:xfrm>
            <a:prstGeom prst="line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4" name="直线连接符 33">
              <a:extLst>
                <a:ext uri="{FF2B5EF4-FFF2-40B4-BE49-F238E27FC236}">
                  <a16:creationId xmlns:a16="http://schemas.microsoft.com/office/drawing/2014/main" id="{A2F30F7E-AE9D-14BB-D04B-32B336129E65}"/>
                </a:ext>
              </a:extLst>
            </p:cNvPr>
            <p:cNvCxnSpPr>
              <a:cxnSpLocks/>
            </p:cNvCxnSpPr>
            <p:nvPr/>
          </p:nvCxnSpPr>
          <p:spPr>
            <a:xfrm>
              <a:off x="1238250" y="3032125"/>
              <a:ext cx="1980087" cy="0"/>
            </a:xfrm>
            <a:prstGeom prst="line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tailEnd type="none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601AD2E7-C370-1028-90AB-D59B286CABEE}"/>
                </a:ext>
              </a:extLst>
            </p:cNvPr>
            <p:cNvSpPr txBox="1"/>
            <p:nvPr/>
          </p:nvSpPr>
          <p:spPr>
            <a:xfrm>
              <a:off x="732845" y="2471433"/>
              <a:ext cx="1479141" cy="55399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rgbClr val="0070C0"/>
                  </a:solidFill>
                  <a:latin typeface="Maple Mono" panose="020F0509060000000000" pitchFamily="49" charset="0"/>
                  <a:ea typeface="Maple Mono" panose="020F0509060000000000" pitchFamily="49" charset="0"/>
                </a:defRPr>
              </a:lvl1pPr>
            </a:lstStyle>
            <a:p>
              <a:r>
                <a:rPr lang="en" altLang="zh-CN" dirty="0"/>
                <a:t>Multi-level </a:t>
              </a:r>
            </a:p>
            <a:p>
              <a:r>
                <a:rPr lang="en" altLang="zh-CN" dirty="0"/>
                <a:t>Outline Recognition</a:t>
              </a:r>
              <a:endParaRPr lang="zh-CN" altLang="en-US" dirty="0"/>
            </a:p>
          </p:txBody>
        </p:sp>
        <p:cxnSp>
          <p:nvCxnSpPr>
            <p:cNvPr id="42" name="直线连接符 41">
              <a:extLst>
                <a:ext uri="{FF2B5EF4-FFF2-40B4-BE49-F238E27FC236}">
                  <a16:creationId xmlns:a16="http://schemas.microsoft.com/office/drawing/2014/main" id="{2797FA0A-7840-BC28-A620-2BD60455E1F9}"/>
                </a:ext>
              </a:extLst>
            </p:cNvPr>
            <p:cNvCxnSpPr>
              <a:cxnSpLocks/>
            </p:cNvCxnSpPr>
            <p:nvPr/>
          </p:nvCxnSpPr>
          <p:spPr>
            <a:xfrm>
              <a:off x="1238249" y="2382284"/>
              <a:ext cx="1980087" cy="0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none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3" name="直线连接符 42">
              <a:extLst>
                <a:ext uri="{FF2B5EF4-FFF2-40B4-BE49-F238E27FC236}">
                  <a16:creationId xmlns:a16="http://schemas.microsoft.com/office/drawing/2014/main" id="{9FA1B514-38FC-12B3-6103-1471C709E323}"/>
                </a:ext>
              </a:extLst>
            </p:cNvPr>
            <p:cNvCxnSpPr>
              <a:cxnSpLocks/>
            </p:cNvCxnSpPr>
            <p:nvPr/>
          </p:nvCxnSpPr>
          <p:spPr>
            <a:xfrm>
              <a:off x="3218336" y="2381250"/>
              <a:ext cx="388463" cy="523875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DC3EDA75-0D47-93C9-5EC8-DA64F381C31F}"/>
                </a:ext>
              </a:extLst>
            </p:cNvPr>
            <p:cNvSpPr txBox="1"/>
            <p:nvPr/>
          </p:nvSpPr>
          <p:spPr>
            <a:xfrm>
              <a:off x="732845" y="1980160"/>
              <a:ext cx="1479141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rgbClr val="0070C0"/>
                  </a:solidFill>
                  <a:latin typeface="Maple Mono" panose="020F0509060000000000" pitchFamily="49" charset="0"/>
                  <a:ea typeface="Maple Mono" panose="020F0509060000000000" pitchFamily="49" charset="0"/>
                </a:defRPr>
              </a:lvl1pPr>
            </a:lstStyle>
            <a:p>
              <a:r>
                <a:rPr lang="en" altLang="zh-CN" dirty="0"/>
                <a:t>Syntax Highlighting</a:t>
              </a:r>
              <a:endParaRPr lang="zh-CN" altLang="en-US" dirty="0"/>
            </a:p>
          </p:txBody>
        </p: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6CFD0B21-EF17-0850-A16A-324451C208E9}"/>
                </a:ext>
              </a:extLst>
            </p:cNvPr>
            <p:cNvCxnSpPr>
              <a:cxnSpLocks/>
            </p:cNvCxnSpPr>
            <p:nvPr/>
          </p:nvCxnSpPr>
          <p:spPr>
            <a:xfrm>
              <a:off x="1238249" y="1679662"/>
              <a:ext cx="1315481" cy="0"/>
            </a:xfrm>
            <a:prstGeom prst="line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9F42FEB2-4953-FB47-B18D-640BB385C882}"/>
                </a:ext>
              </a:extLst>
            </p:cNvPr>
            <p:cNvSpPr txBox="1"/>
            <p:nvPr/>
          </p:nvSpPr>
          <p:spPr>
            <a:xfrm>
              <a:off x="739068" y="972335"/>
              <a:ext cx="1412004" cy="70788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" altLang="zh-CN" sz="1000" b="1" dirty="0">
                  <a:solidFill>
                    <a:srgbClr val="0070C0"/>
                  </a:solidFill>
                  <a:latin typeface="Maple Mono" panose="020F0509060000000000" pitchFamily="49" charset="0"/>
                  <a:ea typeface="Maple Mono" panose="020F0509060000000000" pitchFamily="49" charset="0"/>
                </a:rPr>
                <a:t>Click and Open </a:t>
              </a:r>
            </a:p>
            <a:p>
              <a:r>
                <a:rPr lang="en" altLang="zh-CN" sz="1000" b="1" dirty="0">
                  <a:solidFill>
                    <a:srgbClr val="0070C0"/>
                  </a:solidFill>
                  <a:latin typeface="Maple Mono" panose="020F0509060000000000" pitchFamily="49" charset="0"/>
                  <a:ea typeface="Maple Mono" panose="020F0509060000000000" pitchFamily="49" charset="0"/>
                </a:rPr>
                <a:t>the `</a:t>
              </a:r>
              <a:r>
                <a:rPr lang="en" altLang="zh-CN" sz="1000" b="1" dirty="0" err="1">
                  <a:solidFill>
                    <a:srgbClr val="0070C0"/>
                  </a:solidFill>
                  <a:latin typeface="Maple Mono" panose="020F0509060000000000" pitchFamily="49" charset="0"/>
                  <a:ea typeface="Maple Mono" panose="020F0509060000000000" pitchFamily="49" charset="0"/>
                </a:rPr>
                <a:t>dta</a:t>
              </a:r>
              <a:r>
                <a:rPr lang="en" altLang="zh-CN" sz="1000" b="1" dirty="0">
                  <a:solidFill>
                    <a:srgbClr val="0070C0"/>
                  </a:solidFill>
                  <a:latin typeface="Maple Mono" panose="020F0509060000000000" pitchFamily="49" charset="0"/>
                  <a:ea typeface="Maple Mono" panose="020F0509060000000000" pitchFamily="49" charset="0"/>
                </a:rPr>
                <a:t>` File </a:t>
              </a:r>
            </a:p>
            <a:p>
              <a:r>
                <a:rPr lang="en" altLang="zh-CN" sz="1000" b="1" dirty="0">
                  <a:solidFill>
                    <a:srgbClr val="0070C0"/>
                  </a:solidFill>
                  <a:latin typeface="Maple Mono" panose="020F0509060000000000" pitchFamily="49" charset="0"/>
                  <a:ea typeface="Maple Mono" panose="020F0509060000000000" pitchFamily="49" charset="0"/>
                </a:rPr>
                <a:t>in the Data Viewer</a:t>
              </a:r>
              <a:endParaRPr lang="zh-CN" altLang="en-US" sz="1000" b="1" dirty="0">
                <a:solidFill>
                  <a:srgbClr val="0070C0"/>
                </a:solidFill>
                <a:latin typeface="Maple Mono" panose="020F0509060000000000" pitchFamily="49" charset="0"/>
              </a:endParaRPr>
            </a:p>
          </p:txBody>
        </p:sp>
        <p:cxnSp>
          <p:nvCxnSpPr>
            <p:cNvPr id="49" name="直线连接符 48">
              <a:extLst>
                <a:ext uri="{FF2B5EF4-FFF2-40B4-BE49-F238E27FC236}">
                  <a16:creationId xmlns:a16="http://schemas.microsoft.com/office/drawing/2014/main" id="{048963D1-C6DC-E7DF-EE81-AAFB21AFA728}"/>
                </a:ext>
              </a:extLst>
            </p:cNvPr>
            <p:cNvCxnSpPr>
              <a:cxnSpLocks/>
            </p:cNvCxnSpPr>
            <p:nvPr/>
          </p:nvCxnSpPr>
          <p:spPr>
            <a:xfrm>
              <a:off x="2403566" y="1064492"/>
              <a:ext cx="779301" cy="0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none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0" name="直线连接符 49">
              <a:extLst>
                <a:ext uri="{FF2B5EF4-FFF2-40B4-BE49-F238E27FC236}">
                  <a16:creationId xmlns:a16="http://schemas.microsoft.com/office/drawing/2014/main" id="{1F21ECC4-80A6-2A27-F117-AA80B885A977}"/>
                </a:ext>
              </a:extLst>
            </p:cNvPr>
            <p:cNvCxnSpPr>
              <a:cxnSpLocks/>
            </p:cNvCxnSpPr>
            <p:nvPr/>
          </p:nvCxnSpPr>
          <p:spPr>
            <a:xfrm>
              <a:off x="3182867" y="1065478"/>
              <a:ext cx="366255" cy="614184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F9168089-D3B4-DB4C-FC1A-55190DFA0F6C}"/>
                </a:ext>
              </a:extLst>
            </p:cNvPr>
            <p:cNvSpPr txBox="1"/>
            <p:nvPr/>
          </p:nvSpPr>
          <p:spPr>
            <a:xfrm>
              <a:off x="1849927" y="818994"/>
              <a:ext cx="1646605" cy="24622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rgbClr val="0070C0"/>
                  </a:solidFill>
                  <a:latin typeface="Maple Mono" panose="020F0509060000000000" pitchFamily="49" charset="0"/>
                  <a:ea typeface="Maple Mono" panose="020F0509060000000000" pitchFamily="49" charset="0"/>
                </a:defRPr>
              </a:lvl1pPr>
            </a:lstStyle>
            <a:p>
              <a:r>
                <a:rPr lang="en" altLang="zh-CN" dirty="0"/>
                <a:t>Enhanced Commenting</a:t>
              </a:r>
              <a:endParaRPr lang="zh-CN" altLang="en-US" dirty="0"/>
            </a:p>
          </p:txBody>
        </p:sp>
        <p:pic>
          <p:nvPicPr>
            <p:cNvPr id="70" name="图片 69">
              <a:extLst>
                <a:ext uri="{FF2B5EF4-FFF2-40B4-BE49-F238E27FC236}">
                  <a16:creationId xmlns:a16="http://schemas.microsoft.com/office/drawing/2014/main" id="{208F436E-4B22-7BD6-01C7-7B18AED0A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214608" y="4225539"/>
              <a:ext cx="2161986" cy="2005595"/>
            </a:xfrm>
            <a:custGeom>
              <a:avLst/>
              <a:gdLst>
                <a:gd name="csX0" fmla="*/ 37344 w 1893281"/>
                <a:gd name="csY0" fmla="*/ 0 h 1869986"/>
                <a:gd name="csX1" fmla="*/ 1855937 w 1893281"/>
                <a:gd name="csY1" fmla="*/ 0 h 1869986"/>
                <a:gd name="csX2" fmla="*/ 1893281 w 1893281"/>
                <a:gd name="csY2" fmla="*/ 37344 h 1869986"/>
                <a:gd name="csX3" fmla="*/ 1893281 w 1893281"/>
                <a:gd name="csY3" fmla="*/ 1832642 h 1869986"/>
                <a:gd name="csX4" fmla="*/ 1855937 w 1893281"/>
                <a:gd name="csY4" fmla="*/ 1869986 h 1869986"/>
                <a:gd name="csX5" fmla="*/ 37344 w 1893281"/>
                <a:gd name="csY5" fmla="*/ 1869986 h 1869986"/>
                <a:gd name="csX6" fmla="*/ 0 w 1893281"/>
                <a:gd name="csY6" fmla="*/ 1832642 h 1869986"/>
                <a:gd name="csX7" fmla="*/ 0 w 1893281"/>
                <a:gd name="csY7" fmla="*/ 37344 h 1869986"/>
                <a:gd name="csX8" fmla="*/ 37344 w 1893281"/>
                <a:gd name="csY8" fmla="*/ 0 h 18699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93281" h="1869986">
                  <a:moveTo>
                    <a:pt x="37344" y="0"/>
                  </a:moveTo>
                  <a:lnTo>
                    <a:pt x="1855937" y="0"/>
                  </a:lnTo>
                  <a:cubicBezTo>
                    <a:pt x="1876562" y="0"/>
                    <a:pt x="1893281" y="16719"/>
                    <a:pt x="1893281" y="37344"/>
                  </a:cubicBezTo>
                  <a:lnTo>
                    <a:pt x="1893281" y="1832642"/>
                  </a:lnTo>
                  <a:cubicBezTo>
                    <a:pt x="1893281" y="1853267"/>
                    <a:pt x="1876562" y="1869986"/>
                    <a:pt x="1855937" y="1869986"/>
                  </a:cubicBezTo>
                  <a:lnTo>
                    <a:pt x="37344" y="1869986"/>
                  </a:lnTo>
                  <a:cubicBezTo>
                    <a:pt x="16719" y="1869986"/>
                    <a:pt x="0" y="1853267"/>
                    <a:pt x="0" y="1832642"/>
                  </a:cubicBezTo>
                  <a:lnTo>
                    <a:pt x="0" y="37344"/>
                  </a:lnTo>
                  <a:cubicBezTo>
                    <a:pt x="0" y="16719"/>
                    <a:pt x="16719" y="0"/>
                    <a:pt x="37344" y="0"/>
                  </a:cubicBezTo>
                  <a:close/>
                </a:path>
              </a:pathLst>
            </a:custGeom>
            <a:ln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outerShdw blurRad="58657" dist="12700" dir="8100000" sx="101000" sy="101000" algn="tr" rotWithShape="0">
                <a:srgbClr val="7030A0">
                  <a:alpha val="40000"/>
                </a:srgbClr>
              </a:outerShdw>
            </a:effectLst>
          </p:spPr>
        </p:pic>
        <p:cxnSp>
          <p:nvCxnSpPr>
            <p:cNvPr id="71" name="直线连接符 70">
              <a:extLst>
                <a:ext uri="{FF2B5EF4-FFF2-40B4-BE49-F238E27FC236}">
                  <a16:creationId xmlns:a16="http://schemas.microsoft.com/office/drawing/2014/main" id="{BDAADD49-104B-2EAB-FCA5-82DFB6326C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05709" y="5836653"/>
              <a:ext cx="287873" cy="289827"/>
            </a:xfrm>
            <a:prstGeom prst="line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32A2565B-36A2-B0EF-2FF4-BD8FD75511D3}"/>
                </a:ext>
              </a:extLst>
            </p:cNvPr>
            <p:cNvCxnSpPr>
              <a:cxnSpLocks/>
            </p:cNvCxnSpPr>
            <p:nvPr/>
          </p:nvCxnSpPr>
          <p:spPr>
            <a:xfrm>
              <a:off x="1730829" y="6126480"/>
              <a:ext cx="2220685" cy="0"/>
            </a:xfrm>
            <a:prstGeom prst="line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headEnd type="oval" w="sm" len="sm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4C26D17-51FC-CA83-4809-7A0BE4A4D938}"/>
                </a:ext>
              </a:extLst>
            </p:cNvPr>
            <p:cNvSpPr txBox="1"/>
            <p:nvPr/>
          </p:nvSpPr>
          <p:spPr>
            <a:xfrm>
              <a:off x="3498415" y="5878101"/>
              <a:ext cx="954107" cy="24622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rgbClr val="0070C0"/>
                  </a:solidFill>
                  <a:latin typeface="Maple Mono" panose="020F0509060000000000" pitchFamily="49" charset="0"/>
                  <a:ea typeface="Maple Mono" panose="020F0509060000000000" pitchFamily="49" charset="0"/>
                </a:defRPr>
              </a:lvl1pPr>
            </a:lstStyle>
            <a:p>
              <a:r>
                <a:rPr lang="en" altLang="zh-CN" dirty="0"/>
                <a:t>Hover Help</a:t>
              </a: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4FECC7F8-8DDD-E18F-F5C7-835C5D18917F}"/>
                </a:ext>
              </a:extLst>
            </p:cNvPr>
            <p:cNvSpPr txBox="1"/>
            <p:nvPr/>
          </p:nvSpPr>
          <p:spPr>
            <a:xfrm>
              <a:off x="3432756" y="821012"/>
              <a:ext cx="2401203" cy="24622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rgbClr val="0070C0"/>
                  </a:solidFill>
                  <a:latin typeface="Maple Mono" panose="020F0509060000000000" pitchFamily="49" charset="0"/>
                  <a:ea typeface="Maple Mono" panose="020F0509060000000000" pitchFamily="49" charset="0"/>
                </a:defRPr>
              </a:lvl1pPr>
            </a:lstStyle>
            <a:p>
              <a:r>
                <a:rPr lang="en-US" altLang="zh-CN" dirty="0"/>
                <a:t>AI</a:t>
              </a:r>
              <a:r>
                <a:rPr lang="zh-CN" altLang="en-US" dirty="0"/>
                <a:t> </a:t>
              </a:r>
              <a:r>
                <a:rPr lang="en-US" altLang="zh-CN" dirty="0"/>
                <a:t>Skill,</a:t>
              </a:r>
              <a:r>
                <a:rPr lang="zh-CN" altLang="en-US" dirty="0"/>
                <a:t> </a:t>
              </a:r>
              <a:r>
                <a:rPr lang="en" altLang="zh-CN" dirty="0"/>
                <a:t>Quickly</a:t>
              </a:r>
              <a:r>
                <a:rPr lang="zh-CN" altLang="en-US" dirty="0"/>
                <a:t> </a:t>
              </a:r>
              <a:r>
                <a:rPr lang="en-US" altLang="zh-CN" dirty="0"/>
                <a:t>Run</a:t>
              </a:r>
              <a:r>
                <a:rPr lang="zh-CN" altLang="en-US" dirty="0"/>
                <a:t> </a:t>
              </a:r>
              <a:r>
                <a:rPr lang="en-US" altLang="zh-CN" dirty="0"/>
                <a:t>&amp;</a:t>
              </a:r>
              <a:r>
                <a:rPr lang="zh-CN" altLang="en-US" dirty="0"/>
                <a:t> </a:t>
              </a:r>
              <a:r>
                <a:rPr lang="en-US" altLang="zh-CN" dirty="0"/>
                <a:t>Setup</a:t>
              </a:r>
              <a:endParaRPr lang="zh-CN" altLang="en-US" dirty="0"/>
            </a:p>
          </p:txBody>
        </p:sp>
        <p:cxnSp>
          <p:nvCxnSpPr>
            <p:cNvPr id="96" name="直线连接符 95">
              <a:extLst>
                <a:ext uri="{FF2B5EF4-FFF2-40B4-BE49-F238E27FC236}">
                  <a16:creationId xmlns:a16="http://schemas.microsoft.com/office/drawing/2014/main" id="{2575A347-7589-F295-98B7-9C937F048683}"/>
                </a:ext>
              </a:extLst>
            </p:cNvPr>
            <p:cNvCxnSpPr>
              <a:cxnSpLocks/>
            </p:cNvCxnSpPr>
            <p:nvPr/>
          </p:nvCxnSpPr>
          <p:spPr>
            <a:xfrm>
              <a:off x="4381187" y="1064444"/>
              <a:ext cx="1240141" cy="0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none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9" name="直线连接符 98">
              <a:extLst>
                <a:ext uri="{FF2B5EF4-FFF2-40B4-BE49-F238E27FC236}">
                  <a16:creationId xmlns:a16="http://schemas.microsoft.com/office/drawing/2014/main" id="{6A034580-B3B0-A4FE-BC67-B71DD46CE0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89772" y="1064444"/>
              <a:ext cx="224249" cy="254905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D36683D6-A59B-D771-AF19-29ECD329BD8B}"/>
                </a:ext>
              </a:extLst>
            </p:cNvPr>
            <p:cNvSpPr txBox="1"/>
            <p:nvPr/>
          </p:nvSpPr>
          <p:spPr>
            <a:xfrm>
              <a:off x="8870937" y="814749"/>
              <a:ext cx="1031051" cy="24622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rgbClr val="0070C0"/>
                  </a:solidFill>
                  <a:latin typeface="Maple Mono" panose="020F0509060000000000" pitchFamily="49" charset="0"/>
                  <a:ea typeface="Maple Mono" panose="020F0509060000000000" pitchFamily="49" charset="0"/>
                </a:defRPr>
              </a:lvl1pPr>
            </a:lstStyle>
            <a:p>
              <a:r>
                <a:rPr lang="en-US" altLang="zh-CN" dirty="0"/>
                <a:t>Data</a:t>
              </a:r>
              <a:r>
                <a:rPr lang="zh-CN" altLang="en-US" dirty="0"/>
                <a:t> </a:t>
              </a:r>
              <a:r>
                <a:rPr lang="en-US" altLang="zh-CN" dirty="0"/>
                <a:t>Viewer</a:t>
              </a:r>
              <a:endParaRPr lang="zh-CN" altLang="en-US" dirty="0"/>
            </a:p>
          </p:txBody>
        </p:sp>
        <p:cxnSp>
          <p:nvCxnSpPr>
            <p:cNvPr id="101" name="直线连接符 100">
              <a:extLst>
                <a:ext uri="{FF2B5EF4-FFF2-40B4-BE49-F238E27FC236}">
                  <a16:creationId xmlns:a16="http://schemas.microsoft.com/office/drawing/2014/main" id="{C584822C-6C04-38E6-6210-E4804744A63B}"/>
                </a:ext>
              </a:extLst>
            </p:cNvPr>
            <p:cNvCxnSpPr>
              <a:cxnSpLocks/>
            </p:cNvCxnSpPr>
            <p:nvPr/>
          </p:nvCxnSpPr>
          <p:spPr>
            <a:xfrm>
              <a:off x="8814021" y="1064444"/>
              <a:ext cx="832295" cy="4549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none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pic>
          <p:nvPicPr>
            <p:cNvPr id="69" name="图片 68">
              <a:extLst>
                <a:ext uri="{FF2B5EF4-FFF2-40B4-BE49-F238E27FC236}">
                  <a16:creationId xmlns:a16="http://schemas.microsoft.com/office/drawing/2014/main" id="{4B8BD042-7E6B-973B-1608-0B15707C2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8377545" y="3092333"/>
              <a:ext cx="1893281" cy="1869986"/>
            </a:xfrm>
            <a:custGeom>
              <a:avLst/>
              <a:gdLst>
                <a:gd name="csX0" fmla="*/ 37344 w 1893281"/>
                <a:gd name="csY0" fmla="*/ 0 h 1869986"/>
                <a:gd name="csX1" fmla="*/ 1855937 w 1893281"/>
                <a:gd name="csY1" fmla="*/ 0 h 1869986"/>
                <a:gd name="csX2" fmla="*/ 1893281 w 1893281"/>
                <a:gd name="csY2" fmla="*/ 37344 h 1869986"/>
                <a:gd name="csX3" fmla="*/ 1893281 w 1893281"/>
                <a:gd name="csY3" fmla="*/ 1832642 h 1869986"/>
                <a:gd name="csX4" fmla="*/ 1855937 w 1893281"/>
                <a:gd name="csY4" fmla="*/ 1869986 h 1869986"/>
                <a:gd name="csX5" fmla="*/ 37344 w 1893281"/>
                <a:gd name="csY5" fmla="*/ 1869986 h 1869986"/>
                <a:gd name="csX6" fmla="*/ 0 w 1893281"/>
                <a:gd name="csY6" fmla="*/ 1832642 h 1869986"/>
                <a:gd name="csX7" fmla="*/ 0 w 1893281"/>
                <a:gd name="csY7" fmla="*/ 37344 h 1869986"/>
                <a:gd name="csX8" fmla="*/ 37344 w 1893281"/>
                <a:gd name="csY8" fmla="*/ 0 h 18699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93281" h="1869986">
                  <a:moveTo>
                    <a:pt x="37344" y="0"/>
                  </a:moveTo>
                  <a:lnTo>
                    <a:pt x="1855937" y="0"/>
                  </a:lnTo>
                  <a:cubicBezTo>
                    <a:pt x="1876562" y="0"/>
                    <a:pt x="1893281" y="16719"/>
                    <a:pt x="1893281" y="37344"/>
                  </a:cubicBezTo>
                  <a:lnTo>
                    <a:pt x="1893281" y="1832642"/>
                  </a:lnTo>
                  <a:cubicBezTo>
                    <a:pt x="1893281" y="1853267"/>
                    <a:pt x="1876562" y="1869986"/>
                    <a:pt x="1855937" y="1869986"/>
                  </a:cubicBezTo>
                  <a:lnTo>
                    <a:pt x="37344" y="1869986"/>
                  </a:lnTo>
                  <a:cubicBezTo>
                    <a:pt x="16719" y="1869986"/>
                    <a:pt x="0" y="1853267"/>
                    <a:pt x="0" y="1832642"/>
                  </a:cubicBezTo>
                  <a:lnTo>
                    <a:pt x="0" y="37344"/>
                  </a:lnTo>
                  <a:cubicBezTo>
                    <a:pt x="0" y="16719"/>
                    <a:pt x="16719" y="0"/>
                    <a:pt x="37344" y="0"/>
                  </a:cubicBezTo>
                  <a:close/>
                </a:path>
              </a:pathLst>
            </a:custGeom>
            <a:ln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outerShdw blurRad="58657" dist="12700" dir="8100000" sx="101000" sy="101000" algn="tr" rotWithShape="0">
                <a:srgbClr val="7030A0">
                  <a:alpha val="40000"/>
                </a:srgbClr>
              </a:outerShdw>
            </a:effectLst>
          </p:spPr>
        </p:pic>
        <p:cxnSp>
          <p:nvCxnSpPr>
            <p:cNvPr id="110" name="直线连接符 109">
              <a:extLst>
                <a:ext uri="{FF2B5EF4-FFF2-40B4-BE49-F238E27FC236}">
                  <a16:creationId xmlns:a16="http://schemas.microsoft.com/office/drawing/2014/main" id="{FCDAB1CE-EFBB-AC0B-0DAF-18A0090F8B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36331" y="2381250"/>
              <a:ext cx="1031966" cy="0"/>
            </a:xfrm>
            <a:prstGeom prst="line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303CAF3C-365B-A0E6-FF95-D77E75F0614D}"/>
                </a:ext>
              </a:extLst>
            </p:cNvPr>
            <p:cNvSpPr txBox="1"/>
            <p:nvPr/>
          </p:nvSpPr>
          <p:spPr>
            <a:xfrm>
              <a:off x="9952826" y="2145630"/>
              <a:ext cx="1338828" cy="24622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rgbClr val="0070C0"/>
                  </a:solidFill>
                  <a:latin typeface="Maple Mono" panose="020F0509060000000000" pitchFamily="49" charset="0"/>
                  <a:ea typeface="Maple Mono" panose="020F0509060000000000" pitchFamily="49" charset="0"/>
                </a:defRPr>
              </a:lvl1pPr>
            </a:lstStyle>
            <a:p>
              <a:pPr algn="r"/>
              <a:r>
                <a:rPr lang="en-US" altLang="zh-CN" dirty="0"/>
                <a:t>Variables</a:t>
              </a:r>
              <a:r>
                <a:rPr lang="zh-CN" altLang="en-US" dirty="0"/>
                <a:t> </a:t>
              </a:r>
              <a:r>
                <a:rPr lang="en" altLang="zh-CN" dirty="0"/>
                <a:t>Table</a:t>
              </a:r>
              <a:endParaRPr lang="zh-CN" altLang="en-US" dirty="0"/>
            </a:p>
          </p:txBody>
        </p:sp>
        <p:cxnSp>
          <p:nvCxnSpPr>
            <p:cNvPr id="116" name="直线连接符 115">
              <a:extLst>
                <a:ext uri="{FF2B5EF4-FFF2-40B4-BE49-F238E27FC236}">
                  <a16:creationId xmlns:a16="http://schemas.microsoft.com/office/drawing/2014/main" id="{5CD7A262-30C5-F972-761C-1853E8EAD2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6344" y="5102188"/>
              <a:ext cx="711953" cy="0"/>
            </a:xfrm>
            <a:prstGeom prst="line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tailEnd type="none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7" name="直线连接符 116">
              <a:extLst>
                <a:ext uri="{FF2B5EF4-FFF2-40B4-BE49-F238E27FC236}">
                  <a16:creationId xmlns:a16="http://schemas.microsoft.com/office/drawing/2014/main" id="{FC063226-84B9-E6E2-53C2-C4ECA99D11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6316" y="4694895"/>
              <a:ext cx="510028" cy="406994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A4D1CBB8-43A6-ED88-98FE-49A141236F10}"/>
                </a:ext>
              </a:extLst>
            </p:cNvPr>
            <p:cNvSpPr txBox="1"/>
            <p:nvPr/>
          </p:nvSpPr>
          <p:spPr>
            <a:xfrm>
              <a:off x="10337547" y="4856439"/>
              <a:ext cx="954107" cy="24622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rgbClr val="0070C0"/>
                  </a:solidFill>
                  <a:latin typeface="Maple Mono" panose="020F0509060000000000" pitchFamily="49" charset="0"/>
                  <a:ea typeface="Maple Mono" panose="020F0509060000000000" pitchFamily="49" charset="0"/>
                </a:defRPr>
              </a:lvl1pPr>
            </a:lstStyle>
            <a:p>
              <a:pPr algn="r"/>
              <a:r>
                <a:rPr lang="en-US" altLang="zh-CN"/>
                <a:t>Data</a:t>
              </a:r>
              <a:r>
                <a:rPr lang="zh-CN" altLang="en-US"/>
                <a:t> </a:t>
              </a:r>
              <a:r>
                <a:rPr lang="en-US" altLang="zh-CN" dirty="0"/>
                <a:t>Table</a:t>
              </a:r>
              <a:endParaRPr lang="zh-CN" altLang="en-US" dirty="0"/>
            </a:p>
          </p:txBody>
        </p: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721BFE38-F56F-4ECB-C0E7-3AB53482FF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46316" y="3294062"/>
              <a:ext cx="190015" cy="231697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25" name="直线连接符 124">
              <a:extLst>
                <a:ext uri="{FF2B5EF4-FFF2-40B4-BE49-F238E27FC236}">
                  <a16:creationId xmlns:a16="http://schemas.microsoft.com/office/drawing/2014/main" id="{77DF6D37-3FA4-8482-46F7-870A2A31F0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36331" y="3293519"/>
              <a:ext cx="1031966" cy="543"/>
            </a:xfrm>
            <a:prstGeom prst="line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tailEnd type="none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D0A2469A-A542-07B2-1A72-9B6D92692F23}"/>
                </a:ext>
              </a:extLst>
            </p:cNvPr>
            <p:cNvSpPr txBox="1"/>
            <p:nvPr/>
          </p:nvSpPr>
          <p:spPr>
            <a:xfrm>
              <a:off x="10260603" y="2940347"/>
              <a:ext cx="1031051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rgbClr val="0070C0"/>
                  </a:solidFill>
                  <a:latin typeface="Maple Mono" panose="020F0509060000000000" pitchFamily="49" charset="0"/>
                  <a:ea typeface="Maple Mono" panose="020F0509060000000000" pitchFamily="49" charset="0"/>
                </a:defRPr>
              </a:lvl1pPr>
            </a:lstStyle>
            <a:p>
              <a:pPr algn="r"/>
              <a:r>
                <a:rPr lang="en" altLang="zh-CN" dirty="0"/>
                <a:t>Stata-style</a:t>
              </a:r>
            </a:p>
            <a:p>
              <a:pPr algn="r"/>
              <a:r>
                <a:rPr lang="en" altLang="zh-CN" dirty="0"/>
                <a:t>filtering</a:t>
              </a:r>
            </a:p>
          </p:txBody>
        </p:sp>
        <p:cxnSp>
          <p:nvCxnSpPr>
            <p:cNvPr id="131" name="直线连接符 130">
              <a:extLst>
                <a:ext uri="{FF2B5EF4-FFF2-40B4-BE49-F238E27FC236}">
                  <a16:creationId xmlns:a16="http://schemas.microsoft.com/office/drawing/2014/main" id="{1F5057BC-2AFC-9E58-3C1E-B132DC0F3C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1778" y="1068993"/>
              <a:ext cx="291160" cy="259780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0700A8A5-68E8-2038-FFF2-695F23534178}"/>
                </a:ext>
              </a:extLst>
            </p:cNvPr>
            <p:cNvSpPr txBox="1"/>
            <p:nvPr/>
          </p:nvSpPr>
          <p:spPr>
            <a:xfrm>
              <a:off x="5832072" y="814749"/>
              <a:ext cx="1415772" cy="24622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rgbClr val="0070C0"/>
                  </a:solidFill>
                  <a:latin typeface="Maple Mono" panose="020F0509060000000000" pitchFamily="49" charset="0"/>
                  <a:ea typeface="Maple Mono" panose="020F0509060000000000" pitchFamily="49" charset="0"/>
                </a:defRPr>
              </a:lvl1pPr>
            </a:lstStyle>
            <a:p>
              <a:r>
                <a:rPr lang="en-US" altLang="zh-CN" dirty="0"/>
                <a:t>Embedded Console</a:t>
              </a:r>
            </a:p>
          </p:txBody>
        </p:sp>
        <p:cxnSp>
          <p:nvCxnSpPr>
            <p:cNvPr id="133" name="直线连接符 132">
              <a:extLst>
                <a:ext uri="{FF2B5EF4-FFF2-40B4-BE49-F238E27FC236}">
                  <a16:creationId xmlns:a16="http://schemas.microsoft.com/office/drawing/2014/main" id="{B4F80F3B-6B12-A477-80AF-BC2FCD302367}"/>
                </a:ext>
              </a:extLst>
            </p:cNvPr>
            <p:cNvCxnSpPr>
              <a:cxnSpLocks/>
            </p:cNvCxnSpPr>
            <p:nvPr/>
          </p:nvCxnSpPr>
          <p:spPr>
            <a:xfrm>
              <a:off x="5998723" y="1060970"/>
              <a:ext cx="1052510" cy="8023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none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5" name="直线连接符 134">
              <a:extLst>
                <a:ext uri="{FF2B5EF4-FFF2-40B4-BE49-F238E27FC236}">
                  <a16:creationId xmlns:a16="http://schemas.microsoft.com/office/drawing/2014/main" id="{FF7FADA7-FCEA-5FBE-D725-B8A9316690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0093" y="1068993"/>
              <a:ext cx="845052" cy="964772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8" name="直线连接符 137">
              <a:extLst>
                <a:ext uri="{FF2B5EF4-FFF2-40B4-BE49-F238E27FC236}">
                  <a16:creationId xmlns:a16="http://schemas.microsoft.com/office/drawing/2014/main" id="{A2CB1E6F-2323-694D-A086-DBF6AB34038D}"/>
                </a:ext>
              </a:extLst>
            </p:cNvPr>
            <p:cNvCxnSpPr>
              <a:cxnSpLocks/>
            </p:cNvCxnSpPr>
            <p:nvPr/>
          </p:nvCxnSpPr>
          <p:spPr>
            <a:xfrm>
              <a:off x="7421594" y="1064444"/>
              <a:ext cx="1168178" cy="4549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none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588CD81A-EBE5-F650-0647-CF07B883CE23}"/>
                </a:ext>
              </a:extLst>
            </p:cNvPr>
            <p:cNvSpPr txBox="1"/>
            <p:nvPr/>
          </p:nvSpPr>
          <p:spPr>
            <a:xfrm>
              <a:off x="7204570" y="817784"/>
              <a:ext cx="1800493" cy="24622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rgbClr val="0070C0"/>
                  </a:solidFill>
                  <a:latin typeface="Maple Mono" panose="020F0509060000000000" pitchFamily="49" charset="0"/>
                  <a:ea typeface="Maple Mono" panose="020F0509060000000000" pitchFamily="49" charset="0"/>
                </a:defRPr>
              </a:lvl1pPr>
            </a:lstStyle>
            <a:p>
              <a:r>
                <a:rPr lang="en-US" altLang="zh-CN" dirty="0"/>
                <a:t>Display Stata Output </a:t>
              </a:r>
              <a:endParaRPr lang="zh-CN" altLang="en-US" dirty="0"/>
            </a:p>
          </p:txBody>
        </p:sp>
        <p:cxnSp>
          <p:nvCxnSpPr>
            <p:cNvPr id="150" name="直线连接符 149">
              <a:extLst>
                <a:ext uri="{FF2B5EF4-FFF2-40B4-BE49-F238E27FC236}">
                  <a16:creationId xmlns:a16="http://schemas.microsoft.com/office/drawing/2014/main" id="{45959344-B3E4-8FB8-7E82-C77C6E203D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17757" y="4824236"/>
              <a:ext cx="1610170" cy="1302244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5" name="直线连接符 154">
              <a:extLst>
                <a:ext uri="{FF2B5EF4-FFF2-40B4-BE49-F238E27FC236}">
                  <a16:creationId xmlns:a16="http://schemas.microsoft.com/office/drawing/2014/main" id="{7FE0FC47-DEAE-C128-81F0-01167734F8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24378" y="6126480"/>
              <a:ext cx="711953" cy="0"/>
            </a:xfrm>
            <a:prstGeom prst="line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tailEnd type="none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402CD5BD-6929-0009-256C-CE11019254E0}"/>
                </a:ext>
              </a:extLst>
            </p:cNvPr>
            <p:cNvSpPr txBox="1"/>
            <p:nvPr/>
          </p:nvSpPr>
          <p:spPr>
            <a:xfrm>
              <a:off x="9195712" y="5878101"/>
              <a:ext cx="1184940" cy="24622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rgbClr val="0070C0"/>
                  </a:solidFill>
                  <a:latin typeface="Maple Mono" panose="020F0509060000000000" pitchFamily="49" charset="0"/>
                  <a:ea typeface="Maple Mono" panose="020F0509060000000000" pitchFamily="49" charset="0"/>
                </a:defRPr>
              </a:lvl1pPr>
            </a:lstStyle>
            <a:p>
              <a:r>
                <a:rPr lang="en-US" altLang="zh-CN" dirty="0"/>
                <a:t>Graph Output </a:t>
              </a:r>
              <a:endParaRPr lang="zh-CN" altLang="en-US" dirty="0"/>
            </a:p>
          </p:txBody>
        </p: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D7AB4B03-7F9C-03D1-1088-2BD9B9307F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25561" y="5481145"/>
              <a:ext cx="725672" cy="639161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0" name="直线连接符 159">
              <a:extLst>
                <a:ext uri="{FF2B5EF4-FFF2-40B4-BE49-F238E27FC236}">
                  <a16:creationId xmlns:a16="http://schemas.microsoft.com/office/drawing/2014/main" id="{60CF7B25-EABF-0065-8FBF-95FAB92E20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51233" y="6126480"/>
              <a:ext cx="711953" cy="0"/>
            </a:xfrm>
            <a:prstGeom prst="line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tailEnd type="none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6778955A-4814-046A-650F-24AC5D48E585}"/>
                </a:ext>
              </a:extLst>
            </p:cNvPr>
            <p:cNvSpPr txBox="1"/>
            <p:nvPr/>
          </p:nvSpPr>
          <p:spPr>
            <a:xfrm>
              <a:off x="7155484" y="5878101"/>
              <a:ext cx="1107996" cy="24622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rgbClr val="0070C0"/>
                  </a:solidFill>
                  <a:latin typeface="Maple Mono" panose="020F0509060000000000" pitchFamily="49" charset="0"/>
                  <a:ea typeface="Maple Mono" panose="020F0509060000000000" pitchFamily="49" charset="0"/>
                </a:defRPr>
              </a:lvl1pPr>
            </a:lstStyle>
            <a:p>
              <a:r>
                <a:rPr lang="en-US" altLang="zh-CN"/>
                <a:t>Command</a:t>
              </a:r>
              <a:r>
                <a:rPr lang="zh-CN" altLang="en-US"/>
                <a:t> </a:t>
              </a:r>
              <a:r>
                <a:rPr lang="en-US" altLang="zh-CN" dirty="0"/>
                <a:t>Line</a:t>
              </a:r>
              <a:endParaRPr lang="zh-CN" altLang="en-US" dirty="0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DF35F2C-6704-3E6F-E7E5-265794FF7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66069" y="1320227"/>
              <a:ext cx="1267201" cy="97200"/>
            </a:xfrm>
            <a:prstGeom prst="rect">
              <a:avLst/>
            </a:prstGeom>
          </p:spPr>
        </p:pic>
        <p:cxnSp>
          <p:nvCxnSpPr>
            <p:cNvPr id="91" name="直线连接符 90">
              <a:extLst>
                <a:ext uri="{FF2B5EF4-FFF2-40B4-BE49-F238E27FC236}">
                  <a16:creationId xmlns:a16="http://schemas.microsoft.com/office/drawing/2014/main" id="{EF169605-6BCA-1228-A209-34E7F0B7503B}"/>
                </a:ext>
              </a:extLst>
            </p:cNvPr>
            <p:cNvCxnSpPr>
              <a:cxnSpLocks/>
            </p:cNvCxnSpPr>
            <p:nvPr/>
          </p:nvCxnSpPr>
          <p:spPr>
            <a:xfrm>
              <a:off x="5231678" y="1064444"/>
              <a:ext cx="0" cy="254905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356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58811D10-094F-652B-ABB5-077B17C37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C2721B16-AD1E-F1CD-E3D2-97EAA2497F4D}"/>
              </a:ext>
            </a:extLst>
          </p:cNvPr>
          <p:cNvGrpSpPr/>
          <p:nvPr/>
        </p:nvGrpSpPr>
        <p:grpSpPr>
          <a:xfrm>
            <a:off x="680977" y="561372"/>
            <a:ext cx="10641071" cy="6117220"/>
            <a:chOff x="680977" y="561372"/>
            <a:chExt cx="10641071" cy="6117220"/>
          </a:xfrm>
        </p:grpSpPr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66129CBA-1CCC-9DA7-573E-0AC281B7519C}"/>
                </a:ext>
              </a:extLst>
            </p:cNvPr>
            <p:cNvSpPr/>
            <p:nvPr/>
          </p:nvSpPr>
          <p:spPr>
            <a:xfrm>
              <a:off x="680977" y="561372"/>
              <a:ext cx="10641071" cy="61172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b="1">
                <a:solidFill>
                  <a:schemeClr val="tx2">
                    <a:lumMod val="50000"/>
                    <a:lumOff val="50000"/>
                  </a:schemeClr>
                </a:solidFill>
                <a:latin typeface="Maple Mono NF CN" panose="020F0509060000000000" pitchFamily="49" charset="-128"/>
                <a:ea typeface="Maple Mono NF CN" panose="020F0509060000000000" pitchFamily="49" charset="-128"/>
              </a:endParaRPr>
            </a:p>
          </p:txBody>
        </p:sp>
        <p:pic>
          <p:nvPicPr>
            <p:cNvPr id="107" name="图片 106" descr="图形用户界面&#10;&#10;AI 生成的内容可能不正确。">
              <a:extLst>
                <a:ext uri="{FF2B5EF4-FFF2-40B4-BE49-F238E27FC236}">
                  <a16:creationId xmlns:a16="http://schemas.microsoft.com/office/drawing/2014/main" id="{227CFD13-70C9-054E-22F0-B1B7D08326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11"/>
            <a:stretch>
              <a:fillRect/>
            </a:stretch>
          </p:blipFill>
          <p:spPr>
            <a:xfrm>
              <a:off x="2209801" y="1206254"/>
              <a:ext cx="7772398" cy="4463899"/>
            </a:xfrm>
            <a:custGeom>
              <a:avLst/>
              <a:gdLst>
                <a:gd name="csX0" fmla="*/ 42003 w 7772398"/>
                <a:gd name="csY0" fmla="*/ 0 h 4463899"/>
                <a:gd name="csX1" fmla="*/ 7730393 w 7772398"/>
                <a:gd name="csY1" fmla="*/ 0 h 4463899"/>
                <a:gd name="csX2" fmla="*/ 7772398 w 7772398"/>
                <a:gd name="csY2" fmla="*/ 42005 h 4463899"/>
                <a:gd name="csX3" fmla="*/ 7772398 w 7772398"/>
                <a:gd name="csY3" fmla="*/ 4421894 h 4463899"/>
                <a:gd name="csX4" fmla="*/ 7730393 w 7772398"/>
                <a:gd name="csY4" fmla="*/ 4463899 h 4463899"/>
                <a:gd name="csX5" fmla="*/ 42003 w 7772398"/>
                <a:gd name="csY5" fmla="*/ 4463899 h 4463899"/>
                <a:gd name="csX6" fmla="*/ 12301 w 7772398"/>
                <a:gd name="csY6" fmla="*/ 4451596 h 4463899"/>
                <a:gd name="csX7" fmla="*/ 0 w 7772398"/>
                <a:gd name="csY7" fmla="*/ 4421899 h 4463899"/>
                <a:gd name="csX8" fmla="*/ 0 w 7772398"/>
                <a:gd name="csY8" fmla="*/ 42000 h 4463899"/>
                <a:gd name="csX9" fmla="*/ 12301 w 7772398"/>
                <a:gd name="csY9" fmla="*/ 12303 h 4463899"/>
                <a:gd name="csX10" fmla="*/ 42003 w 7772398"/>
                <a:gd name="csY10" fmla="*/ 0 h 4463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772398" h="4463899">
                  <a:moveTo>
                    <a:pt x="42003" y="0"/>
                  </a:moveTo>
                  <a:lnTo>
                    <a:pt x="7730393" y="0"/>
                  </a:lnTo>
                  <a:cubicBezTo>
                    <a:pt x="7753592" y="0"/>
                    <a:pt x="7772398" y="18806"/>
                    <a:pt x="7772398" y="42005"/>
                  </a:cubicBezTo>
                  <a:lnTo>
                    <a:pt x="7772398" y="4421894"/>
                  </a:lnTo>
                  <a:cubicBezTo>
                    <a:pt x="7772398" y="4445093"/>
                    <a:pt x="7753592" y="4463899"/>
                    <a:pt x="7730393" y="4463899"/>
                  </a:cubicBezTo>
                  <a:lnTo>
                    <a:pt x="42003" y="4463899"/>
                  </a:lnTo>
                  <a:cubicBezTo>
                    <a:pt x="30404" y="4463899"/>
                    <a:pt x="19902" y="4459198"/>
                    <a:pt x="12301" y="4451596"/>
                  </a:cubicBezTo>
                  <a:lnTo>
                    <a:pt x="0" y="4421899"/>
                  </a:lnTo>
                  <a:lnTo>
                    <a:pt x="0" y="42000"/>
                  </a:lnTo>
                  <a:lnTo>
                    <a:pt x="12301" y="12303"/>
                  </a:lnTo>
                  <a:cubicBezTo>
                    <a:pt x="19902" y="4702"/>
                    <a:pt x="30404" y="0"/>
                    <a:pt x="42003" y="0"/>
                  </a:cubicBezTo>
                  <a:close/>
                </a:path>
              </a:pathLst>
            </a:custGeom>
            <a:ln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outerShdw blurRad="50800" dist="38100" dir="8100000" algn="tr" rotWithShape="0">
                <a:schemeClr val="accent5">
                  <a:lumMod val="60000"/>
                  <a:lumOff val="40000"/>
                  <a:alpha val="40000"/>
                </a:schemeClr>
              </a:outerShdw>
            </a:effectLst>
          </p:spPr>
        </p:pic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33A52804-A982-32B9-98E1-23DCCAC42C93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02" y="3716762"/>
              <a:ext cx="1699098" cy="0"/>
            </a:xfrm>
            <a:prstGeom prst="line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5C1BC332-1F69-6FFF-2FE9-E7C75526BF85}"/>
                </a:ext>
              </a:extLst>
            </p:cNvPr>
            <p:cNvSpPr txBox="1"/>
            <p:nvPr/>
          </p:nvSpPr>
          <p:spPr>
            <a:xfrm>
              <a:off x="805923" y="3403495"/>
              <a:ext cx="954107" cy="3028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00" b="1">
                  <a:solidFill>
                    <a:srgbClr val="0070C0"/>
                  </a:solidFill>
                  <a:latin typeface="Yuanti TC" panose="02010600040101010101" pitchFamily="2" charset="-120"/>
                  <a:ea typeface="Yuanti TC" panose="02010600040101010101" pitchFamily="2" charset="-120"/>
                </a:defRPr>
              </a:lvl1pPr>
            </a:lstStyle>
            <a:p>
              <a:r>
                <a:rPr lang="zh-CN" altLang="en-US" dirty="0"/>
                <a:t>智能大纲导航</a:t>
              </a:r>
            </a:p>
          </p:txBody>
        </p:sp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09092759-02D4-0C63-6752-67DB83CA9452}"/>
                </a:ext>
              </a:extLst>
            </p:cNvPr>
            <p:cNvCxnSpPr>
              <a:cxnSpLocks/>
            </p:cNvCxnSpPr>
            <p:nvPr/>
          </p:nvCxnSpPr>
          <p:spPr>
            <a:xfrm>
              <a:off x="3218337" y="3032125"/>
              <a:ext cx="388463" cy="523875"/>
            </a:xfrm>
            <a:prstGeom prst="line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4" name="直线连接符 33">
              <a:extLst>
                <a:ext uri="{FF2B5EF4-FFF2-40B4-BE49-F238E27FC236}">
                  <a16:creationId xmlns:a16="http://schemas.microsoft.com/office/drawing/2014/main" id="{FEF19E5D-A8BE-4251-A8A2-015F049B5255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02" y="3032125"/>
              <a:ext cx="2174235" cy="0"/>
            </a:xfrm>
            <a:prstGeom prst="line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tailEnd type="none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25378701-7E65-7E82-BBF4-727FE91491D0}"/>
                </a:ext>
              </a:extLst>
            </p:cNvPr>
            <p:cNvSpPr txBox="1"/>
            <p:nvPr/>
          </p:nvSpPr>
          <p:spPr>
            <a:xfrm>
              <a:off x="805923" y="2721825"/>
              <a:ext cx="1082348" cy="3028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00" b="1">
                  <a:solidFill>
                    <a:srgbClr val="0070C0"/>
                  </a:solidFill>
                  <a:latin typeface="Yuanti TC" panose="02010600040101010101" pitchFamily="2" charset="-120"/>
                  <a:ea typeface="Yuanti TC" panose="02010600040101010101" pitchFamily="2" charset="-120"/>
                </a:defRPr>
              </a:lvl1pPr>
            </a:lstStyle>
            <a:p>
              <a:r>
                <a:rPr lang="zh-CN" altLang="en-US" dirty="0"/>
                <a:t>多级别大纲识别</a:t>
              </a:r>
            </a:p>
          </p:txBody>
        </p:sp>
        <p:cxnSp>
          <p:nvCxnSpPr>
            <p:cNvPr id="42" name="直线连接符 41">
              <a:extLst>
                <a:ext uri="{FF2B5EF4-FFF2-40B4-BE49-F238E27FC236}">
                  <a16:creationId xmlns:a16="http://schemas.microsoft.com/office/drawing/2014/main" id="{02D1E283-6E5B-B0AF-51F7-547DBA8EFA51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02" y="2382284"/>
              <a:ext cx="2174234" cy="0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none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3" name="直线连接符 42">
              <a:extLst>
                <a:ext uri="{FF2B5EF4-FFF2-40B4-BE49-F238E27FC236}">
                  <a16:creationId xmlns:a16="http://schemas.microsoft.com/office/drawing/2014/main" id="{E0011866-623F-0918-9882-4F1FD08AC2AB}"/>
                </a:ext>
              </a:extLst>
            </p:cNvPr>
            <p:cNvCxnSpPr>
              <a:cxnSpLocks/>
            </p:cNvCxnSpPr>
            <p:nvPr/>
          </p:nvCxnSpPr>
          <p:spPr>
            <a:xfrm>
              <a:off x="3218336" y="2381250"/>
              <a:ext cx="388463" cy="523875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229C2A88-878E-31A0-D93F-B0E7A1CAEB54}"/>
                </a:ext>
              </a:extLst>
            </p:cNvPr>
            <p:cNvSpPr txBox="1"/>
            <p:nvPr/>
          </p:nvSpPr>
          <p:spPr>
            <a:xfrm>
              <a:off x="805923" y="2070950"/>
              <a:ext cx="697627" cy="3028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00" b="1">
                  <a:solidFill>
                    <a:srgbClr val="0070C0"/>
                  </a:solidFill>
                  <a:latin typeface="Yuanti TC" panose="02010600040101010101" pitchFamily="2" charset="-120"/>
                  <a:ea typeface="Yuanti TC" panose="02010600040101010101" pitchFamily="2" charset="-120"/>
                </a:defRPr>
              </a:lvl1pPr>
            </a:lstStyle>
            <a:p>
              <a:r>
                <a:rPr lang="zh-CN" altLang="en-US" dirty="0"/>
                <a:t>代码高亮</a:t>
              </a:r>
            </a:p>
          </p:txBody>
        </p: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C5648FE9-4F55-25B9-46FA-9F816C596E62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02" y="1679662"/>
              <a:ext cx="1509628" cy="0"/>
            </a:xfrm>
            <a:prstGeom prst="line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D7558A28-AA33-83E8-74F6-6AD920574596}"/>
                </a:ext>
              </a:extLst>
            </p:cNvPr>
            <p:cNvSpPr txBox="1"/>
            <p:nvPr/>
          </p:nvSpPr>
          <p:spPr>
            <a:xfrm>
              <a:off x="799438" y="1139110"/>
              <a:ext cx="1338828" cy="5336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0070C0"/>
                  </a:solidFill>
                  <a:latin typeface="Yuanti TC" panose="02010600040101010101" pitchFamily="2" charset="-120"/>
                  <a:ea typeface="Yuanti TC" panose="02010600040101010101" pitchFamily="2" charset="-120"/>
                </a:rPr>
                <a:t>单击并在数据查看器</a:t>
              </a:r>
              <a:endParaRPr lang="en-US" altLang="zh-CN" sz="1000" b="1" dirty="0">
                <a:solidFill>
                  <a:srgbClr val="0070C0"/>
                </a:solidFill>
                <a:latin typeface="Yuanti TC" panose="02010600040101010101" pitchFamily="2" charset="-120"/>
                <a:ea typeface="Yuanti TC" panose="02010600040101010101" pitchFamily="2" charset="-12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0070C0"/>
                  </a:solidFill>
                  <a:latin typeface="Yuanti TC" panose="02010600040101010101" pitchFamily="2" charset="-120"/>
                  <a:ea typeface="Yuanti TC" panose="02010600040101010101" pitchFamily="2" charset="-120"/>
                </a:rPr>
                <a:t>打开</a:t>
              </a:r>
              <a:r>
                <a:rPr lang="en-US" altLang="zh-CN" sz="1000" b="1" dirty="0">
                  <a:solidFill>
                    <a:srgbClr val="0070C0"/>
                  </a:solidFill>
                  <a:latin typeface="Yuanti TC" panose="02010600040101010101" pitchFamily="2" charset="-120"/>
                  <a:ea typeface="Yuanti TC" panose="02010600040101010101" pitchFamily="2" charset="-120"/>
                </a:rPr>
                <a:t>`</a:t>
              </a:r>
              <a:r>
                <a:rPr lang="en" altLang="zh-CN" sz="1000" b="1" dirty="0" err="1">
                  <a:solidFill>
                    <a:srgbClr val="0070C0"/>
                  </a:solidFill>
                  <a:latin typeface="Yuanti TC" panose="02010600040101010101" pitchFamily="2" charset="-120"/>
                  <a:ea typeface="Yuanti TC" panose="02010600040101010101" pitchFamily="2" charset="-120"/>
                </a:rPr>
                <a:t>dta</a:t>
              </a:r>
              <a:r>
                <a:rPr lang="en-US" altLang="zh-CN" sz="1000" b="1" dirty="0">
                  <a:solidFill>
                    <a:srgbClr val="0070C0"/>
                  </a:solidFill>
                  <a:latin typeface="Yuanti TC" panose="02010600040101010101" pitchFamily="2" charset="-120"/>
                  <a:ea typeface="Yuanti TC" panose="02010600040101010101" pitchFamily="2" charset="-120"/>
                </a:rPr>
                <a:t>`</a:t>
              </a:r>
              <a:r>
                <a:rPr lang="zh-CN" altLang="en-US" sz="1000" b="1" dirty="0">
                  <a:solidFill>
                    <a:srgbClr val="0070C0"/>
                  </a:solidFill>
                  <a:latin typeface="Yuanti TC" panose="02010600040101010101" pitchFamily="2" charset="-120"/>
                  <a:ea typeface="Yuanti TC" panose="02010600040101010101" pitchFamily="2" charset="-120"/>
                </a:rPr>
                <a:t>文件</a:t>
              </a:r>
            </a:p>
          </p:txBody>
        </p:sp>
        <p:cxnSp>
          <p:nvCxnSpPr>
            <p:cNvPr id="49" name="直线连接符 48">
              <a:extLst>
                <a:ext uri="{FF2B5EF4-FFF2-40B4-BE49-F238E27FC236}">
                  <a16:creationId xmlns:a16="http://schemas.microsoft.com/office/drawing/2014/main" id="{0D5928E3-2129-4A9D-068B-F76FD2C24C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5636" y="1064492"/>
              <a:ext cx="517231" cy="7646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none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0" name="直线连接符 49">
              <a:extLst>
                <a:ext uri="{FF2B5EF4-FFF2-40B4-BE49-F238E27FC236}">
                  <a16:creationId xmlns:a16="http://schemas.microsoft.com/office/drawing/2014/main" id="{4877BB6D-056A-9C7F-54A3-571E4D88E199}"/>
                </a:ext>
              </a:extLst>
            </p:cNvPr>
            <p:cNvCxnSpPr>
              <a:cxnSpLocks/>
            </p:cNvCxnSpPr>
            <p:nvPr/>
          </p:nvCxnSpPr>
          <p:spPr>
            <a:xfrm>
              <a:off x="3182867" y="1065478"/>
              <a:ext cx="366255" cy="614184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917BA7E7-527B-DEB0-1F72-3982855C22CB}"/>
                </a:ext>
              </a:extLst>
            </p:cNvPr>
            <p:cNvSpPr txBox="1"/>
            <p:nvPr/>
          </p:nvSpPr>
          <p:spPr>
            <a:xfrm>
              <a:off x="2509796" y="762536"/>
              <a:ext cx="697627" cy="3028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00" b="1">
                  <a:solidFill>
                    <a:srgbClr val="0070C0"/>
                  </a:solidFill>
                  <a:latin typeface="Yuanti TC" panose="02010600040101010101" pitchFamily="2" charset="-120"/>
                  <a:ea typeface="Yuanti TC" panose="02010600040101010101" pitchFamily="2" charset="-120"/>
                </a:defRPr>
              </a:lvl1pPr>
            </a:lstStyle>
            <a:p>
              <a:r>
                <a:rPr lang="zh-CN" altLang="en-US" dirty="0"/>
                <a:t>注释增强</a:t>
              </a: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2C45279F-D51D-A527-3A48-16E8971464D5}"/>
                </a:ext>
              </a:extLst>
            </p:cNvPr>
            <p:cNvSpPr txBox="1"/>
            <p:nvPr/>
          </p:nvSpPr>
          <p:spPr>
            <a:xfrm>
              <a:off x="4051375" y="762536"/>
              <a:ext cx="2326712" cy="302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00" b="1">
                  <a:solidFill>
                    <a:srgbClr val="0070C0"/>
                  </a:solidFill>
                  <a:latin typeface="Yuanti TC" panose="02010600040101010101" pitchFamily="2" charset="-120"/>
                  <a:ea typeface="Yuanti TC" panose="02010600040101010101" pitchFamily="2" charset="-120"/>
                </a:defRPr>
              </a:lvl1pPr>
            </a:lstStyle>
            <a:p>
              <a:r>
                <a:rPr lang="en-US" altLang="zh-CN" dirty="0"/>
                <a:t>AI</a:t>
              </a:r>
              <a:r>
                <a:rPr lang="zh-CN" altLang="en-US" dirty="0"/>
                <a:t> </a:t>
              </a:r>
              <a:r>
                <a:rPr lang="en-US" altLang="zh-CN" dirty="0"/>
                <a:t>Skill</a:t>
              </a:r>
              <a:r>
                <a:rPr lang="zh-CN" altLang="en-US" dirty="0"/>
                <a:t>、便捷运行和配置</a:t>
              </a:r>
            </a:p>
          </p:txBody>
        </p:sp>
        <p:cxnSp>
          <p:nvCxnSpPr>
            <p:cNvPr id="96" name="直线连接符 95">
              <a:extLst>
                <a:ext uri="{FF2B5EF4-FFF2-40B4-BE49-F238E27FC236}">
                  <a16:creationId xmlns:a16="http://schemas.microsoft.com/office/drawing/2014/main" id="{2AEBE6DE-E151-02D5-F89C-8E0E9C9044F5}"/>
                </a:ext>
              </a:extLst>
            </p:cNvPr>
            <p:cNvCxnSpPr>
              <a:cxnSpLocks/>
            </p:cNvCxnSpPr>
            <p:nvPr/>
          </p:nvCxnSpPr>
          <p:spPr>
            <a:xfrm>
              <a:off x="4942395" y="1064444"/>
              <a:ext cx="568979" cy="0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none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9" name="直线连接符 98">
              <a:extLst>
                <a:ext uri="{FF2B5EF4-FFF2-40B4-BE49-F238E27FC236}">
                  <a16:creationId xmlns:a16="http://schemas.microsoft.com/office/drawing/2014/main" id="{B07DE192-5861-4AA0-5922-4C2C30397B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89772" y="1064444"/>
              <a:ext cx="224249" cy="254905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9F35ECDB-3798-53CC-0B3B-6251C1F733A6}"/>
                </a:ext>
              </a:extLst>
            </p:cNvPr>
            <p:cNvSpPr txBox="1"/>
            <p:nvPr/>
          </p:nvSpPr>
          <p:spPr>
            <a:xfrm>
              <a:off x="8900267" y="762536"/>
              <a:ext cx="825867" cy="3028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00" b="1">
                  <a:solidFill>
                    <a:srgbClr val="0070C0"/>
                  </a:solidFill>
                  <a:latin typeface="Yuanti TC" panose="02010600040101010101" pitchFamily="2" charset="-120"/>
                  <a:ea typeface="Yuanti TC" panose="02010600040101010101" pitchFamily="2" charset="-120"/>
                </a:defRPr>
              </a:lvl1pPr>
            </a:lstStyle>
            <a:p>
              <a:r>
                <a:rPr lang="zh-CN" altLang="en-US" dirty="0"/>
                <a:t>数据查看器</a:t>
              </a:r>
            </a:p>
          </p:txBody>
        </p:sp>
        <p:cxnSp>
          <p:nvCxnSpPr>
            <p:cNvPr id="101" name="直线连接符 100">
              <a:extLst>
                <a:ext uri="{FF2B5EF4-FFF2-40B4-BE49-F238E27FC236}">
                  <a16:creationId xmlns:a16="http://schemas.microsoft.com/office/drawing/2014/main" id="{FC7ED45F-D113-A117-C73A-89B5BCC8A86B}"/>
                </a:ext>
              </a:extLst>
            </p:cNvPr>
            <p:cNvCxnSpPr>
              <a:cxnSpLocks/>
            </p:cNvCxnSpPr>
            <p:nvPr/>
          </p:nvCxnSpPr>
          <p:spPr>
            <a:xfrm>
              <a:off x="8814021" y="1064444"/>
              <a:ext cx="631368" cy="0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none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pic>
          <p:nvPicPr>
            <p:cNvPr id="69" name="图片 68">
              <a:extLst>
                <a:ext uri="{FF2B5EF4-FFF2-40B4-BE49-F238E27FC236}">
                  <a16:creationId xmlns:a16="http://schemas.microsoft.com/office/drawing/2014/main" id="{B62703C0-2DB0-35E4-1C99-2C2CE4A88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8377545" y="3092333"/>
              <a:ext cx="1893281" cy="1869986"/>
            </a:xfrm>
            <a:custGeom>
              <a:avLst/>
              <a:gdLst>
                <a:gd name="csX0" fmla="*/ 37344 w 1893281"/>
                <a:gd name="csY0" fmla="*/ 0 h 1869986"/>
                <a:gd name="csX1" fmla="*/ 1855937 w 1893281"/>
                <a:gd name="csY1" fmla="*/ 0 h 1869986"/>
                <a:gd name="csX2" fmla="*/ 1893281 w 1893281"/>
                <a:gd name="csY2" fmla="*/ 37344 h 1869986"/>
                <a:gd name="csX3" fmla="*/ 1893281 w 1893281"/>
                <a:gd name="csY3" fmla="*/ 1832642 h 1869986"/>
                <a:gd name="csX4" fmla="*/ 1855937 w 1893281"/>
                <a:gd name="csY4" fmla="*/ 1869986 h 1869986"/>
                <a:gd name="csX5" fmla="*/ 37344 w 1893281"/>
                <a:gd name="csY5" fmla="*/ 1869986 h 1869986"/>
                <a:gd name="csX6" fmla="*/ 0 w 1893281"/>
                <a:gd name="csY6" fmla="*/ 1832642 h 1869986"/>
                <a:gd name="csX7" fmla="*/ 0 w 1893281"/>
                <a:gd name="csY7" fmla="*/ 37344 h 1869986"/>
                <a:gd name="csX8" fmla="*/ 37344 w 1893281"/>
                <a:gd name="csY8" fmla="*/ 0 h 18699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93281" h="1869986">
                  <a:moveTo>
                    <a:pt x="37344" y="0"/>
                  </a:moveTo>
                  <a:lnTo>
                    <a:pt x="1855937" y="0"/>
                  </a:lnTo>
                  <a:cubicBezTo>
                    <a:pt x="1876562" y="0"/>
                    <a:pt x="1893281" y="16719"/>
                    <a:pt x="1893281" y="37344"/>
                  </a:cubicBezTo>
                  <a:lnTo>
                    <a:pt x="1893281" y="1832642"/>
                  </a:lnTo>
                  <a:cubicBezTo>
                    <a:pt x="1893281" y="1853267"/>
                    <a:pt x="1876562" y="1869986"/>
                    <a:pt x="1855937" y="1869986"/>
                  </a:cubicBezTo>
                  <a:lnTo>
                    <a:pt x="37344" y="1869986"/>
                  </a:lnTo>
                  <a:cubicBezTo>
                    <a:pt x="16719" y="1869986"/>
                    <a:pt x="0" y="1853267"/>
                    <a:pt x="0" y="1832642"/>
                  </a:cubicBezTo>
                  <a:lnTo>
                    <a:pt x="0" y="37344"/>
                  </a:lnTo>
                  <a:cubicBezTo>
                    <a:pt x="0" y="16719"/>
                    <a:pt x="16719" y="0"/>
                    <a:pt x="37344" y="0"/>
                  </a:cubicBezTo>
                  <a:close/>
                </a:path>
              </a:pathLst>
            </a:custGeom>
            <a:ln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outerShdw blurRad="58657" dist="12700" dir="8100000" sx="101000" sy="101000" algn="tr" rotWithShape="0">
                <a:srgbClr val="7030A0">
                  <a:alpha val="40000"/>
                </a:srgbClr>
              </a:outerShdw>
            </a:effectLst>
          </p:spPr>
        </p:pic>
        <p:cxnSp>
          <p:nvCxnSpPr>
            <p:cNvPr id="110" name="直线连接符 109">
              <a:extLst>
                <a:ext uri="{FF2B5EF4-FFF2-40B4-BE49-F238E27FC236}">
                  <a16:creationId xmlns:a16="http://schemas.microsoft.com/office/drawing/2014/main" id="{E9A3A1CC-0E03-23D0-1B6D-2A5996A5F2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36331" y="2381250"/>
              <a:ext cx="1162409" cy="0"/>
            </a:xfrm>
            <a:prstGeom prst="line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ABFC6FEA-1F5A-9C35-E3A8-F96E40C04DB8}"/>
                </a:ext>
              </a:extLst>
            </p:cNvPr>
            <p:cNvSpPr txBox="1"/>
            <p:nvPr/>
          </p:nvSpPr>
          <p:spPr>
            <a:xfrm>
              <a:off x="10616763" y="2074295"/>
              <a:ext cx="569387" cy="3028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00" b="1">
                  <a:solidFill>
                    <a:srgbClr val="0070C0"/>
                  </a:solidFill>
                  <a:latin typeface="Yuanti TC" panose="02010600040101010101" pitchFamily="2" charset="-120"/>
                  <a:ea typeface="Yuanti TC" panose="02010600040101010101" pitchFamily="2" charset="-120"/>
                </a:defRPr>
              </a:lvl1pPr>
            </a:lstStyle>
            <a:p>
              <a:pPr algn="r"/>
              <a:r>
                <a:rPr lang="zh-CN" altLang="en-US" dirty="0"/>
                <a:t>变量表</a:t>
              </a:r>
            </a:p>
          </p:txBody>
        </p:sp>
        <p:cxnSp>
          <p:nvCxnSpPr>
            <p:cNvPr id="116" name="直线连接符 115">
              <a:extLst>
                <a:ext uri="{FF2B5EF4-FFF2-40B4-BE49-F238E27FC236}">
                  <a16:creationId xmlns:a16="http://schemas.microsoft.com/office/drawing/2014/main" id="{B389B17F-A6A0-4AD7-CA18-110199B564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6344" y="5102188"/>
              <a:ext cx="842396" cy="0"/>
            </a:xfrm>
            <a:prstGeom prst="line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tailEnd type="none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7" name="直线连接符 116">
              <a:extLst>
                <a:ext uri="{FF2B5EF4-FFF2-40B4-BE49-F238E27FC236}">
                  <a16:creationId xmlns:a16="http://schemas.microsoft.com/office/drawing/2014/main" id="{3D39A993-E931-2AC7-FA2C-448F52995C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6316" y="4694895"/>
              <a:ext cx="510028" cy="406994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C86F10DA-B136-8EC8-D648-5DD9DE57FFCC}"/>
                </a:ext>
              </a:extLst>
            </p:cNvPr>
            <p:cNvSpPr txBox="1"/>
            <p:nvPr/>
          </p:nvSpPr>
          <p:spPr>
            <a:xfrm>
              <a:off x="10616763" y="4804559"/>
              <a:ext cx="569387" cy="3028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00" b="1">
                  <a:solidFill>
                    <a:srgbClr val="0070C0"/>
                  </a:solidFill>
                  <a:latin typeface="Yuanti TC" panose="02010600040101010101" pitchFamily="2" charset="-120"/>
                  <a:ea typeface="Yuanti TC" panose="02010600040101010101" pitchFamily="2" charset="-120"/>
                </a:defRPr>
              </a:lvl1pPr>
            </a:lstStyle>
            <a:p>
              <a:pPr algn="r"/>
              <a:r>
                <a:rPr lang="zh-CN" altLang="en-US" dirty="0"/>
                <a:t>数据表</a:t>
              </a:r>
            </a:p>
          </p:txBody>
        </p: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0AC23D31-00F6-8C3C-CCE5-B1CD5ADAC9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46316" y="3294062"/>
              <a:ext cx="190015" cy="231697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25" name="直线连接符 124">
              <a:extLst>
                <a:ext uri="{FF2B5EF4-FFF2-40B4-BE49-F238E27FC236}">
                  <a16:creationId xmlns:a16="http://schemas.microsoft.com/office/drawing/2014/main" id="{08E29C9F-2290-EC42-E9B6-85C85CFC80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36331" y="3293519"/>
              <a:ext cx="1162409" cy="543"/>
            </a:xfrm>
            <a:prstGeom prst="line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tailEnd type="none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F60D0070-7A30-9D8B-3575-EFF11D913C75}"/>
                </a:ext>
              </a:extLst>
            </p:cNvPr>
            <p:cNvSpPr txBox="1"/>
            <p:nvPr/>
          </p:nvSpPr>
          <p:spPr>
            <a:xfrm>
              <a:off x="10288478" y="2762446"/>
              <a:ext cx="954107" cy="5336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00" b="1">
                  <a:solidFill>
                    <a:srgbClr val="0070C0"/>
                  </a:solidFill>
                  <a:latin typeface="Yuanti TC" panose="02010600040101010101" pitchFamily="2" charset="-120"/>
                  <a:ea typeface="Yuanti TC" panose="02010600040101010101" pitchFamily="2" charset="-120"/>
                </a:defRPr>
              </a:lvl1pPr>
            </a:lstStyle>
            <a:p>
              <a:pPr algn="r"/>
              <a:r>
                <a:rPr lang="zh-CN" altLang="en" dirty="0"/>
                <a:t>使用</a:t>
              </a:r>
              <a:r>
                <a:rPr lang="en" altLang="zh-CN" dirty="0"/>
                <a:t>Stata</a:t>
              </a:r>
            </a:p>
            <a:p>
              <a:pPr algn="r"/>
              <a:r>
                <a:rPr lang="zh-CN" altLang="en-US" dirty="0"/>
                <a:t>语法筛选数据</a:t>
              </a:r>
              <a:endParaRPr lang="en" altLang="zh-CN" dirty="0"/>
            </a:p>
          </p:txBody>
        </p:sp>
        <p:cxnSp>
          <p:nvCxnSpPr>
            <p:cNvPr id="131" name="直线连接符 130">
              <a:extLst>
                <a:ext uri="{FF2B5EF4-FFF2-40B4-BE49-F238E27FC236}">
                  <a16:creationId xmlns:a16="http://schemas.microsoft.com/office/drawing/2014/main" id="{66DA033B-71C5-3F4F-56DB-11A4743B83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1778" y="1068993"/>
              <a:ext cx="291160" cy="259780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D3DA2F39-3C0A-96BA-7808-EEA1D741A49C}"/>
                </a:ext>
              </a:extLst>
            </p:cNvPr>
            <p:cNvSpPr txBox="1"/>
            <p:nvPr/>
          </p:nvSpPr>
          <p:spPr>
            <a:xfrm>
              <a:off x="6101778" y="762536"/>
              <a:ext cx="954107" cy="3028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00" b="1">
                  <a:solidFill>
                    <a:srgbClr val="0070C0"/>
                  </a:solidFill>
                  <a:latin typeface="Yuanti TC" panose="02010600040101010101" pitchFamily="2" charset="-120"/>
                  <a:ea typeface="Yuanti TC" panose="02010600040101010101" pitchFamily="2" charset="-120"/>
                </a:defRPr>
              </a:lvl1pPr>
            </a:lstStyle>
            <a:p>
              <a:r>
                <a:rPr lang="zh-CN" altLang="en-US" dirty="0"/>
                <a:t>嵌入式控制台</a:t>
              </a:r>
              <a:endParaRPr lang="en-US" altLang="zh-CN" dirty="0"/>
            </a:p>
          </p:txBody>
        </p:sp>
        <p:cxnSp>
          <p:nvCxnSpPr>
            <p:cNvPr id="133" name="直线连接符 132">
              <a:extLst>
                <a:ext uri="{FF2B5EF4-FFF2-40B4-BE49-F238E27FC236}">
                  <a16:creationId xmlns:a16="http://schemas.microsoft.com/office/drawing/2014/main" id="{383399E7-0A8B-B5F3-8CAD-E4AB6C23D595}"/>
                </a:ext>
              </a:extLst>
            </p:cNvPr>
            <p:cNvCxnSpPr>
              <a:cxnSpLocks/>
            </p:cNvCxnSpPr>
            <p:nvPr/>
          </p:nvCxnSpPr>
          <p:spPr>
            <a:xfrm>
              <a:off x="6220042" y="1064444"/>
              <a:ext cx="441092" cy="0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none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5" name="直线连接符 134">
              <a:extLst>
                <a:ext uri="{FF2B5EF4-FFF2-40B4-BE49-F238E27FC236}">
                  <a16:creationId xmlns:a16="http://schemas.microsoft.com/office/drawing/2014/main" id="{53025260-A9D3-29CE-8C5D-666DDFB8E1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0093" y="1068993"/>
              <a:ext cx="845052" cy="964772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8" name="直线连接符 137">
              <a:extLst>
                <a:ext uri="{FF2B5EF4-FFF2-40B4-BE49-F238E27FC236}">
                  <a16:creationId xmlns:a16="http://schemas.microsoft.com/office/drawing/2014/main" id="{5B05E6EA-4C33-697C-3B34-833C7E2DB7CE}"/>
                </a:ext>
              </a:extLst>
            </p:cNvPr>
            <p:cNvCxnSpPr>
              <a:cxnSpLocks/>
            </p:cNvCxnSpPr>
            <p:nvPr/>
          </p:nvCxnSpPr>
          <p:spPr>
            <a:xfrm>
              <a:off x="7592992" y="1066351"/>
              <a:ext cx="442987" cy="0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none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7690AD36-6B22-977C-FC88-E798AA1DA8E3}"/>
                </a:ext>
              </a:extLst>
            </p:cNvPr>
            <p:cNvSpPr txBox="1"/>
            <p:nvPr/>
          </p:nvSpPr>
          <p:spPr>
            <a:xfrm>
              <a:off x="7362450" y="762536"/>
              <a:ext cx="1005403" cy="3028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00" b="1">
                  <a:solidFill>
                    <a:srgbClr val="0070C0"/>
                  </a:solidFill>
                  <a:latin typeface="Yuanti TC" panose="02010600040101010101" pitchFamily="2" charset="-120"/>
                  <a:ea typeface="Yuanti TC" panose="02010600040101010101" pitchFamily="2" charset="-120"/>
                </a:defRPr>
              </a:lvl1pPr>
            </a:lstStyle>
            <a:p>
              <a:r>
                <a:rPr lang="en-US" altLang="zh-CN" dirty="0"/>
                <a:t>Stata</a:t>
              </a:r>
              <a:r>
                <a:rPr lang="zh-CN" altLang="en-US" dirty="0"/>
                <a:t>结果输出</a:t>
              </a:r>
            </a:p>
          </p:txBody>
        </p:sp>
        <p:cxnSp>
          <p:nvCxnSpPr>
            <p:cNvPr id="150" name="直线连接符 149">
              <a:extLst>
                <a:ext uri="{FF2B5EF4-FFF2-40B4-BE49-F238E27FC236}">
                  <a16:creationId xmlns:a16="http://schemas.microsoft.com/office/drawing/2014/main" id="{BEC23DE3-2989-1C23-0EFA-116D93640D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17757" y="4824236"/>
              <a:ext cx="1610170" cy="1302244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5" name="直线连接符 154">
              <a:extLst>
                <a:ext uri="{FF2B5EF4-FFF2-40B4-BE49-F238E27FC236}">
                  <a16:creationId xmlns:a16="http://schemas.microsoft.com/office/drawing/2014/main" id="{A117E8C1-02A9-5451-1830-01148D6272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24378" y="6126480"/>
              <a:ext cx="471035" cy="0"/>
            </a:xfrm>
            <a:prstGeom prst="line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tailEnd type="none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FFB5EE87-060B-090C-E46E-11B21CC35AC9}"/>
                </a:ext>
              </a:extLst>
            </p:cNvPr>
            <p:cNvSpPr txBox="1"/>
            <p:nvPr/>
          </p:nvSpPr>
          <p:spPr>
            <a:xfrm>
              <a:off x="9170210" y="5826221"/>
              <a:ext cx="697627" cy="3028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00" b="1">
                  <a:solidFill>
                    <a:srgbClr val="0070C0"/>
                  </a:solidFill>
                  <a:latin typeface="Yuanti TC" panose="02010600040101010101" pitchFamily="2" charset="-120"/>
                  <a:ea typeface="Yuanti TC" panose="02010600040101010101" pitchFamily="2" charset="-120"/>
                </a:defRPr>
              </a:lvl1pPr>
            </a:lstStyle>
            <a:p>
              <a:r>
                <a:rPr lang="zh-CN" altLang="en-US" dirty="0"/>
                <a:t>图片输出</a:t>
              </a:r>
            </a:p>
          </p:txBody>
        </p:sp>
        <p:cxnSp>
          <p:nvCxnSpPr>
            <p:cNvPr id="157" name="直线连接符 156">
              <a:extLst>
                <a:ext uri="{FF2B5EF4-FFF2-40B4-BE49-F238E27FC236}">
                  <a16:creationId xmlns:a16="http://schemas.microsoft.com/office/drawing/2014/main" id="{A631FC9A-ECFB-9E48-30E2-99B11F5E61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9735" y="5492719"/>
              <a:ext cx="725672" cy="639161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0" name="直线连接符 159">
              <a:extLst>
                <a:ext uri="{FF2B5EF4-FFF2-40B4-BE49-F238E27FC236}">
                  <a16:creationId xmlns:a16="http://schemas.microsoft.com/office/drawing/2014/main" id="{E4033A82-BE4C-52ED-16F6-DE9FFB6C4F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5408" y="6136521"/>
              <a:ext cx="260314" cy="0"/>
            </a:xfrm>
            <a:prstGeom prst="line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tailEnd type="none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1031C39A-5B31-AD31-751D-863FD8DBA28B}"/>
                </a:ext>
              </a:extLst>
            </p:cNvPr>
            <p:cNvSpPr txBox="1"/>
            <p:nvPr/>
          </p:nvSpPr>
          <p:spPr>
            <a:xfrm>
              <a:off x="7113494" y="5826221"/>
              <a:ext cx="569387" cy="3028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00" b="1">
                  <a:solidFill>
                    <a:srgbClr val="0070C0"/>
                  </a:solidFill>
                  <a:latin typeface="Yuanti TC" panose="02010600040101010101" pitchFamily="2" charset="-120"/>
                  <a:ea typeface="Yuanti TC" panose="02010600040101010101" pitchFamily="2" charset="-120"/>
                </a:defRPr>
              </a:lvl1pPr>
            </a:lstStyle>
            <a:p>
              <a:r>
                <a:rPr lang="zh-CN" altLang="en-US" dirty="0"/>
                <a:t>命令行</a:t>
              </a: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AAA91B4-518E-60CC-8033-ED0939B8D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1214608" y="4225539"/>
              <a:ext cx="2161986" cy="2005595"/>
            </a:xfrm>
            <a:custGeom>
              <a:avLst/>
              <a:gdLst>
                <a:gd name="csX0" fmla="*/ 37344 w 1893281"/>
                <a:gd name="csY0" fmla="*/ 0 h 1869986"/>
                <a:gd name="csX1" fmla="*/ 1855937 w 1893281"/>
                <a:gd name="csY1" fmla="*/ 0 h 1869986"/>
                <a:gd name="csX2" fmla="*/ 1893281 w 1893281"/>
                <a:gd name="csY2" fmla="*/ 37344 h 1869986"/>
                <a:gd name="csX3" fmla="*/ 1893281 w 1893281"/>
                <a:gd name="csY3" fmla="*/ 1832642 h 1869986"/>
                <a:gd name="csX4" fmla="*/ 1855937 w 1893281"/>
                <a:gd name="csY4" fmla="*/ 1869986 h 1869986"/>
                <a:gd name="csX5" fmla="*/ 37344 w 1893281"/>
                <a:gd name="csY5" fmla="*/ 1869986 h 1869986"/>
                <a:gd name="csX6" fmla="*/ 0 w 1893281"/>
                <a:gd name="csY6" fmla="*/ 1832642 h 1869986"/>
                <a:gd name="csX7" fmla="*/ 0 w 1893281"/>
                <a:gd name="csY7" fmla="*/ 37344 h 1869986"/>
                <a:gd name="csX8" fmla="*/ 37344 w 1893281"/>
                <a:gd name="csY8" fmla="*/ 0 h 18699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93281" h="1869986">
                  <a:moveTo>
                    <a:pt x="37344" y="0"/>
                  </a:moveTo>
                  <a:lnTo>
                    <a:pt x="1855937" y="0"/>
                  </a:lnTo>
                  <a:cubicBezTo>
                    <a:pt x="1876562" y="0"/>
                    <a:pt x="1893281" y="16719"/>
                    <a:pt x="1893281" y="37344"/>
                  </a:cubicBezTo>
                  <a:lnTo>
                    <a:pt x="1893281" y="1832642"/>
                  </a:lnTo>
                  <a:cubicBezTo>
                    <a:pt x="1893281" y="1853267"/>
                    <a:pt x="1876562" y="1869986"/>
                    <a:pt x="1855937" y="1869986"/>
                  </a:cubicBezTo>
                  <a:lnTo>
                    <a:pt x="37344" y="1869986"/>
                  </a:lnTo>
                  <a:cubicBezTo>
                    <a:pt x="16719" y="1869986"/>
                    <a:pt x="0" y="1853267"/>
                    <a:pt x="0" y="1832642"/>
                  </a:cubicBezTo>
                  <a:lnTo>
                    <a:pt x="0" y="37344"/>
                  </a:lnTo>
                  <a:cubicBezTo>
                    <a:pt x="0" y="16719"/>
                    <a:pt x="16719" y="0"/>
                    <a:pt x="37344" y="0"/>
                  </a:cubicBezTo>
                  <a:close/>
                </a:path>
              </a:pathLst>
            </a:custGeom>
            <a:ln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outerShdw blurRad="58657" dist="12700" dir="8100000" sx="101000" sy="101000" algn="tr" rotWithShape="0">
                <a:srgbClr val="7030A0">
                  <a:alpha val="40000"/>
                </a:srgbClr>
              </a:outerShdw>
            </a:effectLst>
          </p:spPr>
        </p:pic>
        <p:cxnSp>
          <p:nvCxnSpPr>
            <p:cNvPr id="71" name="直线连接符 70">
              <a:extLst>
                <a:ext uri="{FF2B5EF4-FFF2-40B4-BE49-F238E27FC236}">
                  <a16:creationId xmlns:a16="http://schemas.microsoft.com/office/drawing/2014/main" id="{32863922-AA86-D90D-C617-AA0C70EA8C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05709" y="5836653"/>
              <a:ext cx="287873" cy="289827"/>
            </a:xfrm>
            <a:prstGeom prst="line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DE1935D8-3055-6B05-FE2B-47988569AD20}"/>
                </a:ext>
              </a:extLst>
            </p:cNvPr>
            <p:cNvCxnSpPr>
              <a:cxnSpLocks/>
            </p:cNvCxnSpPr>
            <p:nvPr/>
          </p:nvCxnSpPr>
          <p:spPr>
            <a:xfrm>
              <a:off x="1730829" y="6126480"/>
              <a:ext cx="2220685" cy="0"/>
            </a:xfrm>
            <a:prstGeom prst="line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  <a:headEnd type="oval" w="sm" len="sm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911E7BB7-5502-050E-E833-CA3669D16C29}"/>
                </a:ext>
              </a:extLst>
            </p:cNvPr>
            <p:cNvSpPr txBox="1"/>
            <p:nvPr/>
          </p:nvSpPr>
          <p:spPr>
            <a:xfrm>
              <a:off x="3465990" y="5826221"/>
              <a:ext cx="954107" cy="3028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00" b="1">
                  <a:solidFill>
                    <a:srgbClr val="0070C0"/>
                  </a:solidFill>
                  <a:latin typeface="Yuanti TC" panose="02010600040101010101" pitchFamily="2" charset="-120"/>
                  <a:ea typeface="Yuanti TC" panose="02010600040101010101" pitchFamily="2" charset="-120"/>
                </a:defRPr>
              </a:lvl1pPr>
            </a:lstStyle>
            <a:p>
              <a:r>
                <a:rPr lang="zh-CN" altLang="en" dirty="0"/>
                <a:t>悬浮</a:t>
              </a:r>
              <a:r>
                <a:rPr lang="zh-CN" altLang="en-US" dirty="0"/>
                <a:t>帮助文档</a:t>
              </a:r>
              <a:endParaRPr lang="en" altLang="zh-CN" dirty="0"/>
            </a:p>
          </p:txBody>
        </p:sp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6358BA2D-DC20-E93D-C7DD-B501F04DA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66069" y="1320227"/>
              <a:ext cx="1267201" cy="97200"/>
            </a:xfrm>
            <a:prstGeom prst="rect">
              <a:avLst/>
            </a:prstGeom>
          </p:spPr>
        </p:pic>
        <p:cxnSp>
          <p:nvCxnSpPr>
            <p:cNvPr id="91" name="直线连接符 90">
              <a:extLst>
                <a:ext uri="{FF2B5EF4-FFF2-40B4-BE49-F238E27FC236}">
                  <a16:creationId xmlns:a16="http://schemas.microsoft.com/office/drawing/2014/main" id="{9B7824B4-D3E4-597B-37ED-BBAA321E16DF}"/>
                </a:ext>
              </a:extLst>
            </p:cNvPr>
            <p:cNvCxnSpPr>
              <a:cxnSpLocks/>
            </p:cNvCxnSpPr>
            <p:nvPr/>
          </p:nvCxnSpPr>
          <p:spPr>
            <a:xfrm>
              <a:off x="5231678" y="1064444"/>
              <a:ext cx="0" cy="254905"/>
            </a:xfrm>
            <a:prstGeom prst="line">
              <a:avLst/>
            </a:prstGeom>
            <a:ln w="9525" cap="rnd">
              <a:solidFill>
                <a:schemeClr val="tx2">
                  <a:lumMod val="50000"/>
                  <a:lumOff val="50000"/>
                </a:schemeClr>
              </a:solidFill>
              <a:tailEnd type="oval" w="sm" len="sm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47542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</TotalTime>
  <Words>104</Words>
  <Application>Microsoft Macintosh PowerPoint</Application>
  <PresentationFormat>宽屏</PresentationFormat>
  <Paragraphs>38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等线 Light</vt:lpstr>
      <vt:lpstr>Maple Mono NF CN</vt:lpstr>
      <vt:lpstr>Yuanti TC</vt:lpstr>
      <vt:lpstr>Arial</vt:lpstr>
      <vt:lpstr>Maple Mono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Zihao Viston Wang</dc:creator>
  <cp:lastModifiedBy>Zihao Viston Wang</cp:lastModifiedBy>
  <cp:revision>1</cp:revision>
  <dcterms:created xsi:type="dcterms:W3CDTF">2026-05-30T15:09:36Z</dcterms:created>
  <dcterms:modified xsi:type="dcterms:W3CDTF">2026-07-06T09:08:51Z</dcterms:modified>
</cp:coreProperties>
</file>